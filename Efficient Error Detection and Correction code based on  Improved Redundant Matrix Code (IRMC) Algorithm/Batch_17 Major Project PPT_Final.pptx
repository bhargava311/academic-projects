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626" r:id="rId2"/>
    <p:sldId id="715" r:id="rId3"/>
    <p:sldId id="742" r:id="rId4"/>
    <p:sldId id="748" r:id="rId5"/>
    <p:sldId id="716" r:id="rId6"/>
    <p:sldId id="718" r:id="rId7"/>
    <p:sldId id="717" r:id="rId8"/>
    <p:sldId id="719" r:id="rId9"/>
    <p:sldId id="720" r:id="rId10"/>
    <p:sldId id="722" r:id="rId11"/>
    <p:sldId id="724" r:id="rId12"/>
    <p:sldId id="751" r:id="rId13"/>
    <p:sldId id="752" r:id="rId14"/>
    <p:sldId id="756" r:id="rId15"/>
    <p:sldId id="725" r:id="rId16"/>
    <p:sldId id="745" r:id="rId17"/>
    <p:sldId id="757" r:id="rId18"/>
    <p:sldId id="753" r:id="rId19"/>
    <p:sldId id="754" r:id="rId20"/>
    <p:sldId id="744" r:id="rId21"/>
    <p:sldId id="746" r:id="rId22"/>
    <p:sldId id="747" r:id="rId23"/>
    <p:sldId id="726" r:id="rId24"/>
    <p:sldId id="728" r:id="rId25"/>
    <p:sldId id="727" r:id="rId26"/>
    <p:sldId id="730" r:id="rId27"/>
    <p:sldId id="732" r:id="rId28"/>
    <p:sldId id="734" r:id="rId29"/>
    <p:sldId id="731" r:id="rId30"/>
    <p:sldId id="733" r:id="rId31"/>
    <p:sldId id="737" r:id="rId32"/>
    <p:sldId id="738" r:id="rId33"/>
    <p:sldId id="736" r:id="rId34"/>
    <p:sldId id="740" r:id="rId35"/>
    <p:sldId id="741" r:id="rId36"/>
    <p:sldId id="749" r:id="rId37"/>
    <p:sldId id="750" r:id="rId38"/>
    <p:sldId id="743" r:id="rId39"/>
    <p:sldId id="723" r:id="rId40"/>
    <p:sldId id="758" r:id="rId41"/>
    <p:sldId id="721"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4387" autoAdjust="0"/>
  </p:normalViewPr>
  <p:slideViewPr>
    <p:cSldViewPr snapToGrid="0">
      <p:cViewPr varScale="1">
        <p:scale>
          <a:sx n="62" d="100"/>
          <a:sy n="62" d="100"/>
        </p:scale>
        <p:origin x="636" y="44"/>
      </p:cViewPr>
      <p:guideLst/>
    </p:cSldViewPr>
  </p:slideViewPr>
  <p:notesTextViewPr>
    <p:cViewPr>
      <p:scale>
        <a:sx n="1" d="1"/>
        <a:sy n="1" d="1"/>
      </p:scale>
      <p:origin x="0" y="0"/>
    </p:cViewPr>
  </p:notesTextViewPr>
  <p:sorterViewPr>
    <p:cViewPr>
      <p:scale>
        <a:sx n="100" d="100"/>
        <a:sy n="100" d="100"/>
      </p:scale>
      <p:origin x="0" y="-185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rgava Sai Uppala" userId="d5096b2208415895" providerId="LiveId" clId="{561EFB0C-E185-4503-BCD2-1767D65EADC8}"/>
    <pc:docChg chg="undo custSel addSld delSld modSld sldOrd">
      <pc:chgData name="Bhargava Sai Uppala" userId="d5096b2208415895" providerId="LiveId" clId="{561EFB0C-E185-4503-BCD2-1767D65EADC8}" dt="2023-03-30T14:33:14.261" v="1472" actId="1036"/>
      <pc:docMkLst>
        <pc:docMk/>
      </pc:docMkLst>
      <pc:sldChg chg="modSp mod">
        <pc:chgData name="Bhargava Sai Uppala" userId="d5096b2208415895" providerId="LiveId" clId="{561EFB0C-E185-4503-BCD2-1767D65EADC8}" dt="2023-03-30T11:24:27.214" v="1306" actId="20577"/>
        <pc:sldMkLst>
          <pc:docMk/>
          <pc:sldMk cId="1177498099" sldId="723"/>
        </pc:sldMkLst>
        <pc:spChg chg="mod">
          <ac:chgData name="Bhargava Sai Uppala" userId="d5096b2208415895" providerId="LiveId" clId="{561EFB0C-E185-4503-BCD2-1767D65EADC8}" dt="2023-03-30T11:24:27.214" v="1306" actId="20577"/>
          <ac:spMkLst>
            <pc:docMk/>
            <pc:sldMk cId="1177498099" sldId="723"/>
            <ac:spMk id="3" creationId="{B1A05124-2007-234B-0802-1694881EFEEC}"/>
          </ac:spMkLst>
        </pc:spChg>
      </pc:sldChg>
      <pc:sldChg chg="modSp mod ord">
        <pc:chgData name="Bhargava Sai Uppala" userId="d5096b2208415895" providerId="LiveId" clId="{561EFB0C-E185-4503-BCD2-1767D65EADC8}" dt="2023-03-29T18:33:11.675" v="297" actId="1076"/>
        <pc:sldMkLst>
          <pc:docMk/>
          <pc:sldMk cId="2850450766" sldId="725"/>
        </pc:sldMkLst>
        <pc:spChg chg="mod">
          <ac:chgData name="Bhargava Sai Uppala" userId="d5096b2208415895" providerId="LiveId" clId="{561EFB0C-E185-4503-BCD2-1767D65EADC8}" dt="2023-03-29T18:33:11.675" v="297" actId="1076"/>
          <ac:spMkLst>
            <pc:docMk/>
            <pc:sldMk cId="2850450766" sldId="725"/>
            <ac:spMk id="13" creationId="{63B84C7B-3473-7968-A1ED-DB406C02771A}"/>
          </ac:spMkLst>
        </pc:spChg>
      </pc:sldChg>
      <pc:sldChg chg="modSp mod">
        <pc:chgData name="Bhargava Sai Uppala" userId="d5096b2208415895" providerId="LiveId" clId="{561EFB0C-E185-4503-BCD2-1767D65EADC8}" dt="2023-03-30T12:31:11.402" v="1313" actId="1076"/>
        <pc:sldMkLst>
          <pc:docMk/>
          <pc:sldMk cId="2856693804" sldId="726"/>
        </pc:sldMkLst>
        <pc:spChg chg="mod">
          <ac:chgData name="Bhargava Sai Uppala" userId="d5096b2208415895" providerId="LiveId" clId="{561EFB0C-E185-4503-BCD2-1767D65EADC8}" dt="2023-03-30T12:31:11.402" v="1313" actId="1076"/>
          <ac:spMkLst>
            <pc:docMk/>
            <pc:sldMk cId="2856693804" sldId="726"/>
            <ac:spMk id="45" creationId="{2F65A25D-2884-786B-C2AD-5D334351BF19}"/>
          </ac:spMkLst>
        </pc:spChg>
      </pc:sldChg>
      <pc:sldChg chg="modSp mod">
        <pc:chgData name="Bhargava Sai Uppala" userId="d5096b2208415895" providerId="LiveId" clId="{561EFB0C-E185-4503-BCD2-1767D65EADC8}" dt="2023-03-30T13:50:14.997" v="1315" actId="1076"/>
        <pc:sldMkLst>
          <pc:docMk/>
          <pc:sldMk cId="1627064258" sldId="731"/>
        </pc:sldMkLst>
        <pc:picChg chg="mod">
          <ac:chgData name="Bhargava Sai Uppala" userId="d5096b2208415895" providerId="LiveId" clId="{561EFB0C-E185-4503-BCD2-1767D65EADC8}" dt="2023-03-30T13:50:14.997" v="1315" actId="1076"/>
          <ac:picMkLst>
            <pc:docMk/>
            <pc:sldMk cId="1627064258" sldId="731"/>
            <ac:picMk id="7" creationId="{BCC29F3F-D64B-D72D-FE77-A8E906BA6335}"/>
          </ac:picMkLst>
        </pc:picChg>
      </pc:sldChg>
      <pc:sldChg chg="modSp mod">
        <pc:chgData name="Bhargava Sai Uppala" userId="d5096b2208415895" providerId="LiveId" clId="{561EFB0C-E185-4503-BCD2-1767D65EADC8}" dt="2023-03-30T13:57:49.073" v="1320" actId="1036"/>
        <pc:sldMkLst>
          <pc:docMk/>
          <pc:sldMk cId="3786113844" sldId="733"/>
        </pc:sldMkLst>
        <pc:spChg chg="mod">
          <ac:chgData name="Bhargava Sai Uppala" userId="d5096b2208415895" providerId="LiveId" clId="{561EFB0C-E185-4503-BCD2-1767D65EADC8}" dt="2023-03-30T13:52:16.260" v="1318" actId="1076"/>
          <ac:spMkLst>
            <pc:docMk/>
            <pc:sldMk cId="3786113844" sldId="733"/>
            <ac:spMk id="2" creationId="{3DE27A5A-A9BF-616E-602C-EBD2ADEF306F}"/>
          </ac:spMkLst>
        </pc:spChg>
        <pc:picChg chg="mod modCrop">
          <ac:chgData name="Bhargava Sai Uppala" userId="d5096b2208415895" providerId="LiveId" clId="{561EFB0C-E185-4503-BCD2-1767D65EADC8}" dt="2023-03-30T13:57:49.073" v="1320" actId="1036"/>
          <ac:picMkLst>
            <pc:docMk/>
            <pc:sldMk cId="3786113844" sldId="733"/>
            <ac:picMk id="17" creationId="{EE0EEDD0-F124-BD54-7A25-63BCF7AD7A4C}"/>
          </ac:picMkLst>
        </pc:picChg>
      </pc:sldChg>
      <pc:sldChg chg="modSp mod">
        <pc:chgData name="Bhargava Sai Uppala" userId="d5096b2208415895" providerId="LiveId" clId="{561EFB0C-E185-4503-BCD2-1767D65EADC8}" dt="2023-03-30T11:24:55.531" v="1312" actId="20577"/>
        <pc:sldMkLst>
          <pc:docMk/>
          <pc:sldMk cId="23618308" sldId="740"/>
        </pc:sldMkLst>
        <pc:spChg chg="mod">
          <ac:chgData name="Bhargava Sai Uppala" userId="d5096b2208415895" providerId="LiveId" clId="{561EFB0C-E185-4503-BCD2-1767D65EADC8}" dt="2023-03-30T11:22:20.773" v="1301" actId="404"/>
          <ac:spMkLst>
            <pc:docMk/>
            <pc:sldMk cId="23618308" sldId="740"/>
            <ac:spMk id="2" creationId="{72B44AE9-A4EB-996A-B243-928D0F414A76}"/>
          </ac:spMkLst>
        </pc:spChg>
        <pc:graphicFrameChg chg="mod modGraphic">
          <ac:chgData name="Bhargava Sai Uppala" userId="d5096b2208415895" providerId="LiveId" clId="{561EFB0C-E185-4503-BCD2-1767D65EADC8}" dt="2023-03-30T11:24:55.531" v="1312" actId="20577"/>
          <ac:graphicFrameMkLst>
            <pc:docMk/>
            <pc:sldMk cId="23618308" sldId="740"/>
            <ac:graphicFrameMk id="4" creationId="{A01380B4-8B8C-89CD-05E4-475110841AC8}"/>
          </ac:graphicFrameMkLst>
        </pc:graphicFrameChg>
      </pc:sldChg>
      <pc:sldChg chg="addSp delSp modSp mod">
        <pc:chgData name="Bhargava Sai Uppala" userId="d5096b2208415895" providerId="LiveId" clId="{561EFB0C-E185-4503-BCD2-1767D65EADC8}" dt="2023-03-30T14:20:47.838" v="1382" actId="14100"/>
        <pc:sldMkLst>
          <pc:docMk/>
          <pc:sldMk cId="3527457263" sldId="741"/>
        </pc:sldMkLst>
        <pc:spChg chg="mod">
          <ac:chgData name="Bhargava Sai Uppala" userId="d5096b2208415895" providerId="LiveId" clId="{561EFB0C-E185-4503-BCD2-1767D65EADC8}" dt="2023-03-30T11:22:14.231" v="1299" actId="404"/>
          <ac:spMkLst>
            <pc:docMk/>
            <pc:sldMk cId="3527457263" sldId="741"/>
            <ac:spMk id="2" creationId="{336B29B9-BB51-D1D0-49A2-4B385ECA607F}"/>
          </ac:spMkLst>
        </pc:spChg>
        <pc:graphicFrameChg chg="add del mod">
          <ac:chgData name="Bhargava Sai Uppala" userId="d5096b2208415895" providerId="LiveId" clId="{561EFB0C-E185-4503-BCD2-1767D65EADC8}" dt="2023-03-30T14:20:47.838" v="1382" actId="14100"/>
          <ac:graphicFrameMkLst>
            <pc:docMk/>
            <pc:sldMk cId="3527457263" sldId="741"/>
            <ac:graphicFrameMk id="5" creationId="{32DB2879-163E-C9F7-D20C-0F80F708B630}"/>
          </ac:graphicFrameMkLst>
        </pc:graphicFrameChg>
        <pc:graphicFrameChg chg="mod">
          <ac:chgData name="Bhargava Sai Uppala" userId="d5096b2208415895" providerId="LiveId" clId="{561EFB0C-E185-4503-BCD2-1767D65EADC8}" dt="2023-03-30T14:17:03.526" v="1380" actId="207"/>
          <ac:graphicFrameMkLst>
            <pc:docMk/>
            <pc:sldMk cId="3527457263" sldId="741"/>
            <ac:graphicFrameMk id="7" creationId="{F36F4555-C6B8-CB8D-DE51-DFE8AB314CA9}"/>
          </ac:graphicFrameMkLst>
        </pc:graphicFrameChg>
      </pc:sldChg>
      <pc:sldChg chg="addSp delSp modSp mod">
        <pc:chgData name="Bhargava Sai Uppala" userId="d5096b2208415895" providerId="LiveId" clId="{561EFB0C-E185-4503-BCD2-1767D65EADC8}" dt="2023-03-30T14:30:03.038" v="1422" actId="478"/>
        <pc:sldMkLst>
          <pc:docMk/>
          <pc:sldMk cId="3372118548" sldId="749"/>
        </pc:sldMkLst>
        <pc:spChg chg="mod">
          <ac:chgData name="Bhargava Sai Uppala" userId="d5096b2208415895" providerId="LiveId" clId="{561EFB0C-E185-4503-BCD2-1767D65EADC8}" dt="2023-03-30T11:22:07.720" v="1297" actId="404"/>
          <ac:spMkLst>
            <pc:docMk/>
            <pc:sldMk cId="3372118548" sldId="749"/>
            <ac:spMk id="2" creationId="{68C4A722-59DC-E178-29C7-EA19BB86E41B}"/>
          </ac:spMkLst>
        </pc:spChg>
        <pc:graphicFrameChg chg="add del mod modGraphic">
          <ac:chgData name="Bhargava Sai Uppala" userId="d5096b2208415895" providerId="LiveId" clId="{561EFB0C-E185-4503-BCD2-1767D65EADC8}" dt="2023-03-30T14:30:03.038" v="1422" actId="478"/>
          <ac:graphicFrameMkLst>
            <pc:docMk/>
            <pc:sldMk cId="3372118548" sldId="749"/>
            <ac:graphicFrameMk id="3" creationId="{F7EEFA6A-5412-5677-A404-084B9D1202D8}"/>
          </ac:graphicFrameMkLst>
        </pc:graphicFrameChg>
        <pc:graphicFrameChg chg="mod modGraphic">
          <ac:chgData name="Bhargava Sai Uppala" userId="d5096b2208415895" providerId="LiveId" clId="{561EFB0C-E185-4503-BCD2-1767D65EADC8}" dt="2023-03-30T10:54:20.820" v="1079"/>
          <ac:graphicFrameMkLst>
            <pc:docMk/>
            <pc:sldMk cId="3372118548" sldId="749"/>
            <ac:graphicFrameMk id="4" creationId="{C30B73DE-C8B4-3BBC-29D6-AFF0647DF947}"/>
          </ac:graphicFrameMkLst>
        </pc:graphicFrameChg>
      </pc:sldChg>
      <pc:sldChg chg="modSp mod">
        <pc:chgData name="Bhargava Sai Uppala" userId="d5096b2208415895" providerId="LiveId" clId="{561EFB0C-E185-4503-BCD2-1767D65EADC8}" dt="2023-03-30T14:33:14.261" v="1472" actId="1036"/>
        <pc:sldMkLst>
          <pc:docMk/>
          <pc:sldMk cId="35891969" sldId="750"/>
        </pc:sldMkLst>
        <pc:spChg chg="mod">
          <ac:chgData name="Bhargava Sai Uppala" userId="d5096b2208415895" providerId="LiveId" clId="{561EFB0C-E185-4503-BCD2-1767D65EADC8}" dt="2023-03-30T11:22:00.204" v="1294" actId="404"/>
          <ac:spMkLst>
            <pc:docMk/>
            <pc:sldMk cId="35891969" sldId="750"/>
            <ac:spMk id="2" creationId="{9BA8788D-D29C-B27A-0AE7-8455CFA0D707}"/>
          </ac:spMkLst>
        </pc:spChg>
        <pc:graphicFrameChg chg="mod">
          <ac:chgData name="Bhargava Sai Uppala" userId="d5096b2208415895" providerId="LiveId" clId="{561EFB0C-E185-4503-BCD2-1767D65EADC8}" dt="2023-03-30T14:31:24.076" v="1445" actId="207"/>
          <ac:graphicFrameMkLst>
            <pc:docMk/>
            <pc:sldMk cId="35891969" sldId="750"/>
            <ac:graphicFrameMk id="9" creationId="{C3CCFF65-526D-D6D8-C87A-658AC167E003}"/>
          </ac:graphicFrameMkLst>
        </pc:graphicFrameChg>
        <pc:graphicFrameChg chg="mod">
          <ac:chgData name="Bhargava Sai Uppala" userId="d5096b2208415895" providerId="LiveId" clId="{561EFB0C-E185-4503-BCD2-1767D65EADC8}" dt="2023-03-30T14:33:14.261" v="1472" actId="1036"/>
          <ac:graphicFrameMkLst>
            <pc:docMk/>
            <pc:sldMk cId="35891969" sldId="750"/>
            <ac:graphicFrameMk id="12" creationId="{8B4F7826-A36C-D620-DF96-94ABD2001908}"/>
          </ac:graphicFrameMkLst>
        </pc:graphicFrameChg>
      </pc:sldChg>
      <pc:sldChg chg="modSp mod ord">
        <pc:chgData name="Bhargava Sai Uppala" userId="d5096b2208415895" providerId="LiveId" clId="{561EFB0C-E185-4503-BCD2-1767D65EADC8}" dt="2023-03-29T18:27:40.577" v="86" actId="403"/>
        <pc:sldMkLst>
          <pc:docMk/>
          <pc:sldMk cId="1265198444" sldId="751"/>
        </pc:sldMkLst>
        <pc:spChg chg="mod">
          <ac:chgData name="Bhargava Sai Uppala" userId="d5096b2208415895" providerId="LiveId" clId="{561EFB0C-E185-4503-BCD2-1767D65EADC8}" dt="2023-03-29T18:27:34.407" v="84" actId="20577"/>
          <ac:spMkLst>
            <pc:docMk/>
            <pc:sldMk cId="1265198444" sldId="751"/>
            <ac:spMk id="2" creationId="{09C7D0BC-05D6-E5EC-8AEB-04FBACA66622}"/>
          </ac:spMkLst>
        </pc:spChg>
        <pc:spChg chg="mod">
          <ac:chgData name="Bhargava Sai Uppala" userId="d5096b2208415895" providerId="LiveId" clId="{561EFB0C-E185-4503-BCD2-1767D65EADC8}" dt="2023-03-29T18:27:40.577" v="86" actId="403"/>
          <ac:spMkLst>
            <pc:docMk/>
            <pc:sldMk cId="1265198444" sldId="751"/>
            <ac:spMk id="3" creationId="{EC409434-255C-AC10-68F7-511F31B9066D}"/>
          </ac:spMkLst>
        </pc:spChg>
      </pc:sldChg>
      <pc:sldChg chg="modSp mod">
        <pc:chgData name="Bhargava Sai Uppala" userId="d5096b2208415895" providerId="LiveId" clId="{561EFB0C-E185-4503-BCD2-1767D65EADC8}" dt="2023-03-29T18:32:36.925" v="292" actId="403"/>
        <pc:sldMkLst>
          <pc:docMk/>
          <pc:sldMk cId="4188023989" sldId="752"/>
        </pc:sldMkLst>
        <pc:spChg chg="mod">
          <ac:chgData name="Bhargava Sai Uppala" userId="d5096b2208415895" providerId="LiveId" clId="{561EFB0C-E185-4503-BCD2-1767D65EADC8}" dt="2023-03-29T18:32:36.925" v="292" actId="403"/>
          <ac:spMkLst>
            <pc:docMk/>
            <pc:sldMk cId="4188023989" sldId="752"/>
            <ac:spMk id="2" creationId="{6881F2CD-2694-A3DF-28C4-3489A6CB3DB2}"/>
          </ac:spMkLst>
        </pc:spChg>
        <pc:spChg chg="mod">
          <ac:chgData name="Bhargava Sai Uppala" userId="d5096b2208415895" providerId="LiveId" clId="{561EFB0C-E185-4503-BCD2-1767D65EADC8}" dt="2023-03-29T18:29:52.283" v="194" actId="123"/>
          <ac:spMkLst>
            <pc:docMk/>
            <pc:sldMk cId="4188023989" sldId="752"/>
            <ac:spMk id="3" creationId="{77DFC727-8654-A4BB-86C5-BB4221E6EC4F}"/>
          </ac:spMkLst>
        </pc:spChg>
      </pc:sldChg>
      <pc:sldChg chg="modSp mod">
        <pc:chgData name="Bhargava Sai Uppala" userId="d5096b2208415895" providerId="LiveId" clId="{561EFB0C-E185-4503-BCD2-1767D65EADC8}" dt="2023-03-30T11:22:57.168" v="1303" actId="403"/>
        <pc:sldMkLst>
          <pc:docMk/>
          <pc:sldMk cId="1904200683" sldId="753"/>
        </pc:sldMkLst>
        <pc:spChg chg="mod">
          <ac:chgData name="Bhargava Sai Uppala" userId="d5096b2208415895" providerId="LiveId" clId="{561EFB0C-E185-4503-BCD2-1767D65EADC8}" dt="2023-03-30T11:22:57.168" v="1303" actId="403"/>
          <ac:spMkLst>
            <pc:docMk/>
            <pc:sldMk cId="1904200683" sldId="753"/>
            <ac:spMk id="2" creationId="{97A31098-11AE-B339-9D1B-3C6B0285F7C9}"/>
          </ac:spMkLst>
        </pc:spChg>
        <pc:spChg chg="mod">
          <ac:chgData name="Bhargava Sai Uppala" userId="d5096b2208415895" providerId="LiveId" clId="{561EFB0C-E185-4503-BCD2-1767D65EADC8}" dt="2023-03-29T18:29:47.121" v="193" actId="123"/>
          <ac:spMkLst>
            <pc:docMk/>
            <pc:sldMk cId="1904200683" sldId="753"/>
            <ac:spMk id="3" creationId="{C5E2CC09-AEB5-34AD-3D72-1764AD7D746D}"/>
          </ac:spMkLst>
        </pc:spChg>
      </pc:sldChg>
      <pc:sldChg chg="addSp modSp mod">
        <pc:chgData name="Bhargava Sai Uppala" userId="d5096b2208415895" providerId="LiveId" clId="{561EFB0C-E185-4503-BCD2-1767D65EADC8}" dt="2023-03-30T07:51:55.834" v="413" actId="123"/>
        <pc:sldMkLst>
          <pc:docMk/>
          <pc:sldMk cId="1523396199" sldId="754"/>
        </pc:sldMkLst>
        <pc:spChg chg="mod">
          <ac:chgData name="Bhargava Sai Uppala" userId="d5096b2208415895" providerId="LiveId" clId="{561EFB0C-E185-4503-BCD2-1767D65EADC8}" dt="2023-03-30T07:51:32.069" v="409" actId="20577"/>
          <ac:spMkLst>
            <pc:docMk/>
            <pc:sldMk cId="1523396199" sldId="754"/>
            <ac:spMk id="2" creationId="{6315FA55-162E-15EC-9863-B8FEBF3A91B3}"/>
          </ac:spMkLst>
        </pc:spChg>
        <pc:spChg chg="mod">
          <ac:chgData name="Bhargava Sai Uppala" userId="d5096b2208415895" providerId="LiveId" clId="{561EFB0C-E185-4503-BCD2-1767D65EADC8}" dt="2023-03-30T07:51:55.834" v="413" actId="123"/>
          <ac:spMkLst>
            <pc:docMk/>
            <pc:sldMk cId="1523396199" sldId="754"/>
            <ac:spMk id="3" creationId="{7E5493D3-2958-52EC-42AF-F5BA98643CA7}"/>
          </ac:spMkLst>
        </pc:spChg>
        <pc:spChg chg="add mod">
          <ac:chgData name="Bhargava Sai Uppala" userId="d5096b2208415895" providerId="LiveId" clId="{561EFB0C-E185-4503-BCD2-1767D65EADC8}" dt="2023-03-30T07:51:29.525" v="408" actId="1076"/>
          <ac:spMkLst>
            <pc:docMk/>
            <pc:sldMk cId="1523396199" sldId="754"/>
            <ac:spMk id="5" creationId="{FCCDC4B0-FBB9-28E0-A5E3-B7CC3F54DDCB}"/>
          </ac:spMkLst>
        </pc:spChg>
        <pc:spChg chg="add mod">
          <ac:chgData name="Bhargava Sai Uppala" userId="d5096b2208415895" providerId="LiveId" clId="{561EFB0C-E185-4503-BCD2-1767D65EADC8}" dt="2023-03-30T07:51:51.911" v="412" actId="123"/>
          <ac:spMkLst>
            <pc:docMk/>
            <pc:sldMk cId="1523396199" sldId="754"/>
            <ac:spMk id="6" creationId="{274C3B38-5977-D9EC-2877-5F7395998515}"/>
          </ac:spMkLst>
        </pc:spChg>
      </pc:sldChg>
      <pc:sldChg chg="modSp del mod">
        <pc:chgData name="Bhargava Sai Uppala" userId="d5096b2208415895" providerId="LiveId" clId="{561EFB0C-E185-4503-BCD2-1767D65EADC8}" dt="2023-03-30T07:52:01.699" v="414" actId="2696"/>
        <pc:sldMkLst>
          <pc:docMk/>
          <pc:sldMk cId="777819046" sldId="755"/>
        </pc:sldMkLst>
        <pc:spChg chg="mod">
          <ac:chgData name="Bhargava Sai Uppala" userId="d5096b2208415895" providerId="LiveId" clId="{561EFB0C-E185-4503-BCD2-1767D65EADC8}" dt="2023-03-29T18:30:15.594" v="209" actId="20577"/>
          <ac:spMkLst>
            <pc:docMk/>
            <pc:sldMk cId="777819046" sldId="755"/>
            <ac:spMk id="2" creationId="{9686CD19-DCB0-22D9-7E96-71E97D211F13}"/>
          </ac:spMkLst>
        </pc:spChg>
        <pc:spChg chg="mod">
          <ac:chgData name="Bhargava Sai Uppala" userId="d5096b2208415895" providerId="LiveId" clId="{561EFB0C-E185-4503-BCD2-1767D65EADC8}" dt="2023-03-30T07:50:59.186" v="401" actId="14100"/>
          <ac:spMkLst>
            <pc:docMk/>
            <pc:sldMk cId="777819046" sldId="755"/>
            <ac:spMk id="3" creationId="{956DABB1-76A3-D725-D86E-7DB246D89585}"/>
          </ac:spMkLst>
        </pc:spChg>
      </pc:sldChg>
      <pc:sldChg chg="modSp mod ord">
        <pc:chgData name="Bhargava Sai Uppala" userId="d5096b2208415895" providerId="LiveId" clId="{561EFB0C-E185-4503-BCD2-1767D65EADC8}" dt="2023-03-30T11:23:23.285" v="1305" actId="123"/>
        <pc:sldMkLst>
          <pc:docMk/>
          <pc:sldMk cId="2373135803" sldId="756"/>
        </pc:sldMkLst>
        <pc:spChg chg="mod">
          <ac:chgData name="Bhargava Sai Uppala" userId="d5096b2208415895" providerId="LiveId" clId="{561EFB0C-E185-4503-BCD2-1767D65EADC8}" dt="2023-03-29T18:31:44.076" v="280" actId="20577"/>
          <ac:spMkLst>
            <pc:docMk/>
            <pc:sldMk cId="2373135803" sldId="756"/>
            <ac:spMk id="2" creationId="{CB790ABB-EC5B-7915-3891-8C4A672EDEC4}"/>
          </ac:spMkLst>
        </pc:spChg>
        <pc:spChg chg="mod">
          <ac:chgData name="Bhargava Sai Uppala" userId="d5096b2208415895" providerId="LiveId" clId="{561EFB0C-E185-4503-BCD2-1767D65EADC8}" dt="2023-03-30T11:23:23.285" v="1305" actId="123"/>
          <ac:spMkLst>
            <pc:docMk/>
            <pc:sldMk cId="2373135803" sldId="756"/>
            <ac:spMk id="3" creationId="{78FB3FDB-49F9-7CFB-2BC4-67A4B5CFAD9E}"/>
          </ac:spMkLst>
        </pc:spChg>
      </pc:sldChg>
      <pc:sldChg chg="modSp add mod ord">
        <pc:chgData name="Bhargava Sai Uppala" userId="d5096b2208415895" providerId="LiveId" clId="{561EFB0C-E185-4503-BCD2-1767D65EADC8}" dt="2023-03-30T07:48:22.171" v="324" actId="27636"/>
        <pc:sldMkLst>
          <pc:docMk/>
          <pc:sldMk cId="2822153290" sldId="757"/>
        </pc:sldMkLst>
        <pc:spChg chg="mod">
          <ac:chgData name="Bhargava Sai Uppala" userId="d5096b2208415895" providerId="LiveId" clId="{561EFB0C-E185-4503-BCD2-1767D65EADC8}" dt="2023-03-30T07:47:45.618" v="314" actId="20577"/>
          <ac:spMkLst>
            <pc:docMk/>
            <pc:sldMk cId="2822153290" sldId="757"/>
            <ac:spMk id="2" creationId="{09C7D0BC-05D6-E5EC-8AEB-04FBACA66622}"/>
          </ac:spMkLst>
        </pc:spChg>
        <pc:spChg chg="mod">
          <ac:chgData name="Bhargava Sai Uppala" userId="d5096b2208415895" providerId="LiveId" clId="{561EFB0C-E185-4503-BCD2-1767D65EADC8}" dt="2023-03-30T07:48:22.171" v="324" actId="27636"/>
          <ac:spMkLst>
            <pc:docMk/>
            <pc:sldMk cId="2822153290" sldId="757"/>
            <ac:spMk id="3" creationId="{EC409434-255C-AC10-68F7-511F31B9066D}"/>
          </ac:spMkLst>
        </pc:spChg>
      </pc:sldChg>
      <pc:sldChg chg="modSp new mod">
        <pc:chgData name="Bhargava Sai Uppala" userId="d5096b2208415895" providerId="LiveId" clId="{561EFB0C-E185-4503-BCD2-1767D65EADC8}" dt="2023-03-30T11:21:39.605" v="1292" actId="207"/>
        <pc:sldMkLst>
          <pc:docMk/>
          <pc:sldMk cId="4181500486" sldId="758"/>
        </pc:sldMkLst>
        <pc:spChg chg="mod">
          <ac:chgData name="Bhargava Sai Uppala" userId="d5096b2208415895" providerId="LiveId" clId="{561EFB0C-E185-4503-BCD2-1767D65EADC8}" dt="2023-03-30T11:16:59.109" v="1209" actId="20577"/>
          <ac:spMkLst>
            <pc:docMk/>
            <pc:sldMk cId="4181500486" sldId="758"/>
            <ac:spMk id="2" creationId="{E9BDBB44-E71D-9D0C-153F-E049BD75691C}"/>
          </ac:spMkLst>
        </pc:spChg>
        <pc:spChg chg="mod">
          <ac:chgData name="Bhargava Sai Uppala" userId="d5096b2208415895" providerId="LiveId" clId="{561EFB0C-E185-4503-BCD2-1767D65EADC8}" dt="2023-03-30T11:21:39.605" v="1292" actId="207"/>
          <ac:spMkLst>
            <pc:docMk/>
            <pc:sldMk cId="4181500486" sldId="758"/>
            <ac:spMk id="3" creationId="{764D1AF3-FE1A-6483-A5E9-5B90D212011F}"/>
          </ac:spMkLst>
        </pc:spChg>
      </pc:sldChg>
    </pc:docChg>
  </pc:docChgLst>
  <pc:docChgLst>
    <pc:chgData name="Bhargava Sai Uppala" userId="d5096b2208415895" providerId="LiveId" clId="{5CFF754B-51C3-4026-BB20-377A7C845C56}"/>
    <pc:docChg chg="undo custSel addSld modSld">
      <pc:chgData name="Bhargava Sai Uppala" userId="d5096b2208415895" providerId="LiveId" clId="{5CFF754B-51C3-4026-BB20-377A7C845C56}" dt="2023-03-18T06:00:57.947" v="813" actId="20577"/>
      <pc:docMkLst>
        <pc:docMk/>
      </pc:docMkLst>
      <pc:sldChg chg="modSp mod">
        <pc:chgData name="Bhargava Sai Uppala" userId="d5096b2208415895" providerId="LiveId" clId="{5CFF754B-51C3-4026-BB20-377A7C845C56}" dt="2023-03-18T06:00:57.947" v="813" actId="20577"/>
        <pc:sldMkLst>
          <pc:docMk/>
          <pc:sldMk cId="1721979329" sldId="626"/>
        </pc:sldMkLst>
        <pc:spChg chg="mod">
          <ac:chgData name="Bhargava Sai Uppala" userId="d5096b2208415895" providerId="LiveId" clId="{5CFF754B-51C3-4026-BB20-377A7C845C56}" dt="2023-03-18T06:00:57.947" v="813" actId="20577"/>
          <ac:spMkLst>
            <pc:docMk/>
            <pc:sldMk cId="1721979329" sldId="626"/>
            <ac:spMk id="2" creationId="{00000000-0000-0000-0000-000000000000}"/>
          </ac:spMkLst>
        </pc:spChg>
        <pc:spChg chg="mod">
          <ac:chgData name="Bhargava Sai Uppala" userId="d5096b2208415895" providerId="LiveId" clId="{5CFF754B-51C3-4026-BB20-377A7C845C56}" dt="2023-03-18T06:00:55.081" v="811" actId="20577"/>
          <ac:spMkLst>
            <pc:docMk/>
            <pc:sldMk cId="1721979329" sldId="626"/>
            <ac:spMk id="3" creationId="{00000000-0000-0000-0000-000000000000}"/>
          </ac:spMkLst>
        </pc:spChg>
        <pc:spChg chg="mod">
          <ac:chgData name="Bhargava Sai Uppala" userId="d5096b2208415895" providerId="LiveId" clId="{5CFF754B-51C3-4026-BB20-377A7C845C56}" dt="2023-02-05T11:22:07.735" v="154" actId="1076"/>
          <ac:spMkLst>
            <pc:docMk/>
            <pc:sldMk cId="1721979329" sldId="626"/>
            <ac:spMk id="6" creationId="{00000000-0000-0000-0000-000000000000}"/>
          </ac:spMkLst>
        </pc:spChg>
        <pc:spChg chg="mod">
          <ac:chgData name="Bhargava Sai Uppala" userId="d5096b2208415895" providerId="LiveId" clId="{5CFF754B-51C3-4026-BB20-377A7C845C56}" dt="2023-03-02T17:48:07.521" v="731" actId="20577"/>
          <ac:spMkLst>
            <pc:docMk/>
            <pc:sldMk cId="1721979329" sldId="626"/>
            <ac:spMk id="8" creationId="{73F55884-4B7A-2886-0536-A6135BB3B3FF}"/>
          </ac:spMkLst>
        </pc:spChg>
        <pc:picChg chg="mod">
          <ac:chgData name="Bhargava Sai Uppala" userId="d5096b2208415895" providerId="LiveId" clId="{5CFF754B-51C3-4026-BB20-377A7C845C56}" dt="2023-02-05T11:22:05.834" v="153" actId="1076"/>
          <ac:picMkLst>
            <pc:docMk/>
            <pc:sldMk cId="1721979329" sldId="626"/>
            <ac:picMk id="5" creationId="{66B33C56-2458-909D-F0BF-8826832987E9}"/>
          </ac:picMkLst>
        </pc:picChg>
      </pc:sldChg>
      <pc:sldChg chg="addSp delSp modSp mod">
        <pc:chgData name="Bhargava Sai Uppala" userId="d5096b2208415895" providerId="LiveId" clId="{5CFF754B-51C3-4026-BB20-377A7C845C56}" dt="2023-02-05T11:17:59.714" v="91" actId="20577"/>
        <pc:sldMkLst>
          <pc:docMk/>
          <pc:sldMk cId="3302255242" sldId="724"/>
        </pc:sldMkLst>
        <pc:spChg chg="add del mod">
          <ac:chgData name="Bhargava Sai Uppala" userId="d5096b2208415895" providerId="LiveId" clId="{5CFF754B-51C3-4026-BB20-377A7C845C56}" dt="2023-02-05T11:14:05.188" v="63" actId="478"/>
          <ac:spMkLst>
            <pc:docMk/>
            <pc:sldMk cId="3302255242" sldId="724"/>
            <ac:spMk id="3" creationId="{0E4CED99-1B7B-B657-7F2A-673DD7756CEA}"/>
          </ac:spMkLst>
        </pc:spChg>
        <pc:spChg chg="mod">
          <ac:chgData name="Bhargava Sai Uppala" userId="d5096b2208415895" providerId="LiveId" clId="{5CFF754B-51C3-4026-BB20-377A7C845C56}" dt="2023-02-05T11:17:59.714" v="91" actId="20577"/>
          <ac:spMkLst>
            <pc:docMk/>
            <pc:sldMk cId="3302255242" sldId="724"/>
            <ac:spMk id="6" creationId="{575FB837-0EC4-9426-5DF1-D1C4DC3B19F5}"/>
          </ac:spMkLst>
        </pc:spChg>
        <pc:picChg chg="del">
          <ac:chgData name="Bhargava Sai Uppala" userId="d5096b2208415895" providerId="LiveId" clId="{5CFF754B-51C3-4026-BB20-377A7C845C56}" dt="2023-02-05T11:11:51.376" v="44" actId="478"/>
          <ac:picMkLst>
            <pc:docMk/>
            <pc:sldMk cId="3302255242" sldId="724"/>
            <ac:picMk id="5" creationId="{3D5EA09C-727D-B6B9-4F0B-CE17D1CDEDD0}"/>
          </ac:picMkLst>
        </pc:picChg>
        <pc:picChg chg="add mod">
          <ac:chgData name="Bhargava Sai Uppala" userId="d5096b2208415895" providerId="LiveId" clId="{5CFF754B-51C3-4026-BB20-377A7C845C56}" dt="2023-02-05T11:17:43.692" v="68" actId="1076"/>
          <ac:picMkLst>
            <pc:docMk/>
            <pc:sldMk cId="3302255242" sldId="724"/>
            <ac:picMk id="7" creationId="{4A7AE373-91BF-29D3-62AE-49E98DF95738}"/>
          </ac:picMkLst>
        </pc:picChg>
      </pc:sldChg>
      <pc:sldChg chg="modSp mod">
        <pc:chgData name="Bhargava Sai Uppala" userId="d5096b2208415895" providerId="LiveId" clId="{5CFF754B-51C3-4026-BB20-377A7C845C56}" dt="2023-03-02T17:10:26.400" v="188" actId="20577"/>
        <pc:sldMkLst>
          <pc:docMk/>
          <pc:sldMk cId="2856693804" sldId="726"/>
        </pc:sldMkLst>
        <pc:spChg chg="mod">
          <ac:chgData name="Bhargava Sai Uppala" userId="d5096b2208415895" providerId="LiveId" clId="{5CFF754B-51C3-4026-BB20-377A7C845C56}" dt="2023-03-02T17:10:15.744" v="186" actId="20577"/>
          <ac:spMkLst>
            <pc:docMk/>
            <pc:sldMk cId="2856693804" sldId="726"/>
            <ac:spMk id="30" creationId="{9DCE1472-579E-9C20-734B-0C0E1330FA4B}"/>
          </ac:spMkLst>
        </pc:spChg>
        <pc:spChg chg="mod">
          <ac:chgData name="Bhargava Sai Uppala" userId="d5096b2208415895" providerId="LiveId" clId="{5CFF754B-51C3-4026-BB20-377A7C845C56}" dt="2023-03-02T17:10:26.400" v="188" actId="20577"/>
          <ac:spMkLst>
            <pc:docMk/>
            <pc:sldMk cId="2856693804" sldId="726"/>
            <ac:spMk id="34" creationId="{7E457BDB-FC7E-7852-D0F5-4DA809FC7FE3}"/>
          </ac:spMkLst>
        </pc:spChg>
        <pc:graphicFrameChg chg="modGraphic">
          <ac:chgData name="Bhargava Sai Uppala" userId="d5096b2208415895" providerId="LiveId" clId="{5CFF754B-51C3-4026-BB20-377A7C845C56}" dt="2023-02-05T11:19:31.350" v="125" actId="113"/>
          <ac:graphicFrameMkLst>
            <pc:docMk/>
            <pc:sldMk cId="2856693804" sldId="726"/>
            <ac:graphicFrameMk id="7" creationId="{0E4B07D7-9A2C-E916-8BEE-97D137462F17}"/>
          </ac:graphicFrameMkLst>
        </pc:graphicFrameChg>
      </pc:sldChg>
      <pc:sldChg chg="modSp mod">
        <pc:chgData name="Bhargava Sai Uppala" userId="d5096b2208415895" providerId="LiveId" clId="{5CFF754B-51C3-4026-BB20-377A7C845C56}" dt="2023-02-05T11:20:04.758" v="138" actId="20577"/>
        <pc:sldMkLst>
          <pc:docMk/>
          <pc:sldMk cId="2494472275" sldId="727"/>
        </pc:sldMkLst>
        <pc:spChg chg="mod">
          <ac:chgData name="Bhargava Sai Uppala" userId="d5096b2208415895" providerId="LiveId" clId="{5CFF754B-51C3-4026-BB20-377A7C845C56}" dt="2023-02-05T11:20:04.758" v="138" actId="20577"/>
          <ac:spMkLst>
            <pc:docMk/>
            <pc:sldMk cId="2494472275" sldId="727"/>
            <ac:spMk id="3" creationId="{3BFF0BE1-FEB5-05C8-C46A-065224940686}"/>
          </ac:spMkLst>
        </pc:spChg>
      </pc:sldChg>
      <pc:sldChg chg="modSp mod">
        <pc:chgData name="Bhargava Sai Uppala" userId="d5096b2208415895" providerId="LiveId" clId="{5CFF754B-51C3-4026-BB20-377A7C845C56}" dt="2023-02-05T11:20:30.960" v="151" actId="20577"/>
        <pc:sldMkLst>
          <pc:docMk/>
          <pc:sldMk cId="3786113844" sldId="733"/>
        </pc:sldMkLst>
        <pc:spChg chg="mod">
          <ac:chgData name="Bhargava Sai Uppala" userId="d5096b2208415895" providerId="LiveId" clId="{5CFF754B-51C3-4026-BB20-377A7C845C56}" dt="2023-02-05T11:20:30.960" v="151" actId="20577"/>
          <ac:spMkLst>
            <pc:docMk/>
            <pc:sldMk cId="3786113844" sldId="733"/>
            <ac:spMk id="13" creationId="{9C790BCC-6562-E921-C4AB-F0C4E51B5272}"/>
          </ac:spMkLst>
        </pc:spChg>
      </pc:sldChg>
      <pc:sldChg chg="modSp mod">
        <pc:chgData name="Bhargava Sai Uppala" userId="d5096b2208415895" providerId="LiveId" clId="{5CFF754B-51C3-4026-BB20-377A7C845C56}" dt="2023-03-18T05:12:07.973" v="747" actId="732"/>
        <pc:sldMkLst>
          <pc:docMk/>
          <pc:sldMk cId="2535623504" sldId="736"/>
        </pc:sldMkLst>
        <pc:picChg chg="mod modCrop">
          <ac:chgData name="Bhargava Sai Uppala" userId="d5096b2208415895" providerId="LiveId" clId="{5CFF754B-51C3-4026-BB20-377A7C845C56}" dt="2023-03-18T05:12:07.973" v="747" actId="732"/>
          <ac:picMkLst>
            <pc:docMk/>
            <pc:sldMk cId="2535623504" sldId="736"/>
            <ac:picMk id="5" creationId="{4048A093-F5BF-0392-769C-E74FACA146A8}"/>
          </ac:picMkLst>
        </pc:picChg>
      </pc:sldChg>
      <pc:sldChg chg="modSp mod">
        <pc:chgData name="Bhargava Sai Uppala" userId="d5096b2208415895" providerId="LiveId" clId="{5CFF754B-51C3-4026-BB20-377A7C845C56}" dt="2023-03-02T17:30:16.567" v="411" actId="20577"/>
        <pc:sldMkLst>
          <pc:docMk/>
          <pc:sldMk cId="23618308" sldId="740"/>
        </pc:sldMkLst>
        <pc:spChg chg="mod">
          <ac:chgData name="Bhargava Sai Uppala" userId="d5096b2208415895" providerId="LiveId" clId="{5CFF754B-51C3-4026-BB20-377A7C845C56}" dt="2023-02-05T11:23:32.807" v="176" actId="20577"/>
          <ac:spMkLst>
            <pc:docMk/>
            <pc:sldMk cId="23618308" sldId="740"/>
            <ac:spMk id="2" creationId="{72B44AE9-A4EB-996A-B243-928D0F414A76}"/>
          </ac:spMkLst>
        </pc:spChg>
        <pc:graphicFrameChg chg="modGraphic">
          <ac:chgData name="Bhargava Sai Uppala" userId="d5096b2208415895" providerId="LiveId" clId="{5CFF754B-51C3-4026-BB20-377A7C845C56}" dt="2023-03-02T17:30:16.567" v="411" actId="20577"/>
          <ac:graphicFrameMkLst>
            <pc:docMk/>
            <pc:sldMk cId="23618308" sldId="740"/>
            <ac:graphicFrameMk id="4" creationId="{A01380B4-8B8C-89CD-05E4-475110841AC8}"/>
          </ac:graphicFrameMkLst>
        </pc:graphicFrameChg>
      </pc:sldChg>
      <pc:sldChg chg="addSp delSp modSp mod">
        <pc:chgData name="Bhargava Sai Uppala" userId="d5096b2208415895" providerId="LiveId" clId="{5CFF754B-51C3-4026-BB20-377A7C845C56}" dt="2023-03-02T17:36:38.586" v="522" actId="20577"/>
        <pc:sldMkLst>
          <pc:docMk/>
          <pc:sldMk cId="3527457263" sldId="741"/>
        </pc:sldMkLst>
        <pc:spChg chg="mod">
          <ac:chgData name="Bhargava Sai Uppala" userId="d5096b2208415895" providerId="LiveId" clId="{5CFF754B-51C3-4026-BB20-377A7C845C56}" dt="2023-03-02T17:36:38.586" v="522" actId="20577"/>
          <ac:spMkLst>
            <pc:docMk/>
            <pc:sldMk cId="3527457263" sldId="741"/>
            <ac:spMk id="2" creationId="{336B29B9-BB51-D1D0-49A2-4B385ECA607F}"/>
          </ac:spMkLst>
        </pc:spChg>
        <pc:spChg chg="add del mod">
          <ac:chgData name="Bhargava Sai Uppala" userId="d5096b2208415895" providerId="LiveId" clId="{5CFF754B-51C3-4026-BB20-377A7C845C56}" dt="2023-03-02T17:16:37.154" v="204" actId="478"/>
          <ac:spMkLst>
            <pc:docMk/>
            <pc:sldMk cId="3527457263" sldId="741"/>
            <ac:spMk id="4" creationId="{C7DA2E61-A45D-213A-61E7-C7F2588AD9B1}"/>
          </ac:spMkLst>
        </pc:spChg>
        <pc:graphicFrameChg chg="add mod">
          <ac:chgData name="Bhargava Sai Uppala" userId="d5096b2208415895" providerId="LiveId" clId="{5CFF754B-51C3-4026-BB20-377A7C845C56}" dt="2023-03-02T17:16:44.944" v="206" actId="14100"/>
          <ac:graphicFrameMkLst>
            <pc:docMk/>
            <pc:sldMk cId="3527457263" sldId="741"/>
            <ac:graphicFrameMk id="5" creationId="{32DB2879-163E-C9F7-D20C-0F80F708B630}"/>
          </ac:graphicFrameMkLst>
        </pc:graphicFrameChg>
        <pc:graphicFrameChg chg="del">
          <ac:chgData name="Bhargava Sai Uppala" userId="d5096b2208415895" providerId="LiveId" clId="{5CFF754B-51C3-4026-BB20-377A7C845C56}" dt="2023-03-02T17:16:10.251" v="200" actId="478"/>
          <ac:graphicFrameMkLst>
            <pc:docMk/>
            <pc:sldMk cId="3527457263" sldId="741"/>
            <ac:graphicFrameMk id="6" creationId="{FC4B9448-7495-9FCF-4251-B192FE9E5AE8}"/>
          </ac:graphicFrameMkLst>
        </pc:graphicFrameChg>
        <pc:graphicFrameChg chg="add mod">
          <ac:chgData name="Bhargava Sai Uppala" userId="d5096b2208415895" providerId="LiveId" clId="{5CFF754B-51C3-4026-BB20-377A7C845C56}" dt="2023-03-02T17:34:21.133" v="511" actId="14100"/>
          <ac:graphicFrameMkLst>
            <pc:docMk/>
            <pc:sldMk cId="3527457263" sldId="741"/>
            <ac:graphicFrameMk id="7" creationId="{F36F4555-C6B8-CB8D-DE51-DFE8AB314CA9}"/>
          </ac:graphicFrameMkLst>
        </pc:graphicFrameChg>
      </pc:sldChg>
      <pc:sldChg chg="modSp mod">
        <pc:chgData name="Bhargava Sai Uppala" userId="d5096b2208415895" providerId="LiveId" clId="{5CFF754B-51C3-4026-BB20-377A7C845C56}" dt="2023-03-18T05:59:51.115" v="803" actId="20577"/>
        <pc:sldMkLst>
          <pc:docMk/>
          <pc:sldMk cId="331402954" sldId="744"/>
        </pc:sldMkLst>
        <pc:spChg chg="mod">
          <ac:chgData name="Bhargava Sai Uppala" userId="d5096b2208415895" providerId="LiveId" clId="{5CFF754B-51C3-4026-BB20-377A7C845C56}" dt="2023-03-18T05:59:51.115" v="803" actId="20577"/>
          <ac:spMkLst>
            <pc:docMk/>
            <pc:sldMk cId="331402954" sldId="744"/>
            <ac:spMk id="3" creationId="{A41B3034-4B38-4E12-1EB5-A94500F476AB}"/>
          </ac:spMkLst>
        </pc:spChg>
      </pc:sldChg>
      <pc:sldChg chg="addSp delSp modSp mod">
        <pc:chgData name="Bhargava Sai Uppala" userId="d5096b2208415895" providerId="LiveId" clId="{5CFF754B-51C3-4026-BB20-377A7C845C56}" dt="2023-03-18T05:11:23.036" v="746" actId="20577"/>
        <pc:sldMkLst>
          <pc:docMk/>
          <pc:sldMk cId="3584683627" sldId="745"/>
        </pc:sldMkLst>
        <pc:spChg chg="add del mod">
          <ac:chgData name="Bhargava Sai Uppala" userId="d5096b2208415895" providerId="LiveId" clId="{5CFF754B-51C3-4026-BB20-377A7C845C56}" dt="2023-02-05T11:13:39.703" v="57" actId="478"/>
          <ac:spMkLst>
            <pc:docMk/>
            <pc:sldMk cId="3584683627" sldId="745"/>
            <ac:spMk id="3" creationId="{5BEB2FC9-7646-4534-D8E3-A0F50D0FDA2D}"/>
          </ac:spMkLst>
        </pc:spChg>
        <pc:spChg chg="add mod">
          <ac:chgData name="Bhargava Sai Uppala" userId="d5096b2208415895" providerId="LiveId" clId="{5CFF754B-51C3-4026-BB20-377A7C845C56}" dt="2023-03-18T05:11:23.036" v="746" actId="20577"/>
          <ac:spMkLst>
            <pc:docMk/>
            <pc:sldMk cId="3584683627" sldId="745"/>
            <ac:spMk id="3" creationId="{7AB78066-03D0-F59C-F1D2-409A46DE0698}"/>
          </ac:spMkLst>
        </pc:spChg>
        <pc:spChg chg="add mod">
          <ac:chgData name="Bhargava Sai Uppala" userId="d5096b2208415895" providerId="LiveId" clId="{5CFF754B-51C3-4026-BB20-377A7C845C56}" dt="2023-03-02T17:51:49.772" v="732"/>
          <ac:spMkLst>
            <pc:docMk/>
            <pc:sldMk cId="3584683627" sldId="745"/>
            <ac:spMk id="4" creationId="{986DC258-657C-E79F-CDBD-ECBAFD163098}"/>
          </ac:spMkLst>
        </pc:spChg>
        <pc:spChg chg="add mod">
          <ac:chgData name="Bhargava Sai Uppala" userId="d5096b2208415895" providerId="LiveId" clId="{5CFF754B-51C3-4026-BB20-377A7C845C56}" dt="2023-03-02T17:51:49.772" v="732"/>
          <ac:spMkLst>
            <pc:docMk/>
            <pc:sldMk cId="3584683627" sldId="745"/>
            <ac:spMk id="5" creationId="{12E1C640-7A56-ED11-0A78-B37698975954}"/>
          </ac:spMkLst>
        </pc:spChg>
        <pc:spChg chg="mod">
          <ac:chgData name="Bhargava Sai Uppala" userId="d5096b2208415895" providerId="LiveId" clId="{5CFF754B-51C3-4026-BB20-377A7C845C56}" dt="2023-02-05T11:18:19.865" v="116" actId="20577"/>
          <ac:spMkLst>
            <pc:docMk/>
            <pc:sldMk cId="3584683627" sldId="745"/>
            <ac:spMk id="7" creationId="{A6F12246-F647-446B-8149-578E4A38D810}"/>
          </ac:spMkLst>
        </pc:spChg>
        <pc:spChg chg="add mod">
          <ac:chgData name="Bhargava Sai Uppala" userId="d5096b2208415895" providerId="LiveId" clId="{5CFF754B-51C3-4026-BB20-377A7C845C56}" dt="2023-03-02T17:51:49.772" v="732"/>
          <ac:spMkLst>
            <pc:docMk/>
            <pc:sldMk cId="3584683627" sldId="745"/>
            <ac:spMk id="8" creationId="{F00B07DC-812E-B6D6-9DAA-E876D7C65988}"/>
          </ac:spMkLst>
        </pc:spChg>
        <pc:spChg chg="add mod">
          <ac:chgData name="Bhargava Sai Uppala" userId="d5096b2208415895" providerId="LiveId" clId="{5CFF754B-51C3-4026-BB20-377A7C845C56}" dt="2023-03-02T17:51:49.772" v="732"/>
          <ac:spMkLst>
            <pc:docMk/>
            <pc:sldMk cId="3584683627" sldId="745"/>
            <ac:spMk id="9" creationId="{CCD2349D-F2A9-B20E-8412-E5A56154B80A}"/>
          </ac:spMkLst>
        </pc:spChg>
        <pc:spChg chg="add mod">
          <ac:chgData name="Bhargava Sai Uppala" userId="d5096b2208415895" providerId="LiveId" clId="{5CFF754B-51C3-4026-BB20-377A7C845C56}" dt="2023-03-02T17:51:49.772" v="732"/>
          <ac:spMkLst>
            <pc:docMk/>
            <pc:sldMk cId="3584683627" sldId="745"/>
            <ac:spMk id="10" creationId="{43811CBD-44AD-FFD8-04DC-2E8528F4586C}"/>
          </ac:spMkLst>
        </pc:spChg>
        <pc:spChg chg="add mod">
          <ac:chgData name="Bhargava Sai Uppala" userId="d5096b2208415895" providerId="LiveId" clId="{5CFF754B-51C3-4026-BB20-377A7C845C56}" dt="2023-03-02T17:51:49.772" v="732"/>
          <ac:spMkLst>
            <pc:docMk/>
            <pc:sldMk cId="3584683627" sldId="745"/>
            <ac:spMk id="11" creationId="{9E55650E-7A9F-F369-5E06-818C53A4FF88}"/>
          </ac:spMkLst>
        </pc:spChg>
        <pc:spChg chg="add mod">
          <ac:chgData name="Bhargava Sai Uppala" userId="d5096b2208415895" providerId="LiveId" clId="{5CFF754B-51C3-4026-BB20-377A7C845C56}" dt="2023-03-02T17:51:49.772" v="732"/>
          <ac:spMkLst>
            <pc:docMk/>
            <pc:sldMk cId="3584683627" sldId="745"/>
            <ac:spMk id="12" creationId="{785E3A43-EEFC-FF99-7255-86FAE574159B}"/>
          </ac:spMkLst>
        </pc:spChg>
        <pc:spChg chg="add mod">
          <ac:chgData name="Bhargava Sai Uppala" userId="d5096b2208415895" providerId="LiveId" clId="{5CFF754B-51C3-4026-BB20-377A7C845C56}" dt="2023-03-02T17:51:49.772" v="732"/>
          <ac:spMkLst>
            <pc:docMk/>
            <pc:sldMk cId="3584683627" sldId="745"/>
            <ac:spMk id="13" creationId="{4ACC38B1-3FC1-8A88-3C4F-B8AC9E97CD78}"/>
          </ac:spMkLst>
        </pc:spChg>
        <pc:spChg chg="add mod">
          <ac:chgData name="Bhargava Sai Uppala" userId="d5096b2208415895" providerId="LiveId" clId="{5CFF754B-51C3-4026-BB20-377A7C845C56}" dt="2023-03-02T17:51:49.772" v="732"/>
          <ac:spMkLst>
            <pc:docMk/>
            <pc:sldMk cId="3584683627" sldId="745"/>
            <ac:spMk id="14" creationId="{4FEAEDAA-E13B-21DB-8265-90116D86CD1E}"/>
          </ac:spMkLst>
        </pc:spChg>
        <pc:spChg chg="add mod">
          <ac:chgData name="Bhargava Sai Uppala" userId="d5096b2208415895" providerId="LiveId" clId="{5CFF754B-51C3-4026-BB20-377A7C845C56}" dt="2023-03-02T17:51:49.772" v="732"/>
          <ac:spMkLst>
            <pc:docMk/>
            <pc:sldMk cId="3584683627" sldId="745"/>
            <ac:spMk id="40" creationId="{C4D471B2-7072-B4DF-7026-AB21F1A6A88E}"/>
          </ac:spMkLst>
        </pc:spChg>
        <pc:spChg chg="add mod">
          <ac:chgData name="Bhargava Sai Uppala" userId="d5096b2208415895" providerId="LiveId" clId="{5CFF754B-51C3-4026-BB20-377A7C845C56}" dt="2023-03-02T17:51:49.772" v="732"/>
          <ac:spMkLst>
            <pc:docMk/>
            <pc:sldMk cId="3584683627" sldId="745"/>
            <ac:spMk id="41" creationId="{F2702A5F-C906-7AD4-0F7D-0017070BFA03}"/>
          </ac:spMkLst>
        </pc:spChg>
        <pc:spChg chg="add mod">
          <ac:chgData name="Bhargava Sai Uppala" userId="d5096b2208415895" providerId="LiveId" clId="{5CFF754B-51C3-4026-BB20-377A7C845C56}" dt="2023-03-02T17:51:49.772" v="732"/>
          <ac:spMkLst>
            <pc:docMk/>
            <pc:sldMk cId="3584683627" sldId="745"/>
            <ac:spMk id="42" creationId="{44992660-F615-BE36-98C4-A0E47C669DCC}"/>
          </ac:spMkLst>
        </pc:spChg>
        <pc:spChg chg="add mod">
          <ac:chgData name="Bhargava Sai Uppala" userId="d5096b2208415895" providerId="LiveId" clId="{5CFF754B-51C3-4026-BB20-377A7C845C56}" dt="2023-03-02T17:51:49.772" v="732"/>
          <ac:spMkLst>
            <pc:docMk/>
            <pc:sldMk cId="3584683627" sldId="745"/>
            <ac:spMk id="55" creationId="{573AA77B-F7D5-6823-A446-BEAA50106EDE}"/>
          </ac:spMkLst>
        </pc:spChg>
        <pc:spChg chg="add mod">
          <ac:chgData name="Bhargava Sai Uppala" userId="d5096b2208415895" providerId="LiveId" clId="{5CFF754B-51C3-4026-BB20-377A7C845C56}" dt="2023-03-02T17:51:49.772" v="732"/>
          <ac:spMkLst>
            <pc:docMk/>
            <pc:sldMk cId="3584683627" sldId="745"/>
            <ac:spMk id="56" creationId="{F7A4FD3E-D698-49FD-E237-5FDD572A25EE}"/>
          </ac:spMkLst>
        </pc:spChg>
        <pc:spChg chg="add mod">
          <ac:chgData name="Bhargava Sai Uppala" userId="d5096b2208415895" providerId="LiveId" clId="{5CFF754B-51C3-4026-BB20-377A7C845C56}" dt="2023-03-02T17:51:49.772" v="732"/>
          <ac:spMkLst>
            <pc:docMk/>
            <pc:sldMk cId="3584683627" sldId="745"/>
            <ac:spMk id="57" creationId="{95F70532-A661-0135-EEEB-A9C29D6F2F22}"/>
          </ac:spMkLst>
        </pc:spChg>
        <pc:spChg chg="add mod">
          <ac:chgData name="Bhargava Sai Uppala" userId="d5096b2208415895" providerId="LiveId" clId="{5CFF754B-51C3-4026-BB20-377A7C845C56}" dt="2023-03-02T17:51:49.772" v="732"/>
          <ac:spMkLst>
            <pc:docMk/>
            <pc:sldMk cId="3584683627" sldId="745"/>
            <ac:spMk id="58" creationId="{14250303-C363-94D0-0901-12462EFA8A6C}"/>
          </ac:spMkLst>
        </pc:spChg>
        <pc:spChg chg="add mod">
          <ac:chgData name="Bhargava Sai Uppala" userId="d5096b2208415895" providerId="LiveId" clId="{5CFF754B-51C3-4026-BB20-377A7C845C56}" dt="2023-03-02T17:51:49.772" v="732"/>
          <ac:spMkLst>
            <pc:docMk/>
            <pc:sldMk cId="3584683627" sldId="745"/>
            <ac:spMk id="59" creationId="{79DE30BC-2057-6651-0CA3-E52B461347C1}"/>
          </ac:spMkLst>
        </pc:spChg>
        <pc:spChg chg="add mod">
          <ac:chgData name="Bhargava Sai Uppala" userId="d5096b2208415895" providerId="LiveId" clId="{5CFF754B-51C3-4026-BB20-377A7C845C56}" dt="2023-03-02T17:51:49.772" v="732"/>
          <ac:spMkLst>
            <pc:docMk/>
            <pc:sldMk cId="3584683627" sldId="745"/>
            <ac:spMk id="60" creationId="{176FA51F-A1BA-4C16-2C6C-8878414F2A9C}"/>
          </ac:spMkLst>
        </pc:spChg>
        <pc:spChg chg="add mod">
          <ac:chgData name="Bhargava Sai Uppala" userId="d5096b2208415895" providerId="LiveId" clId="{5CFF754B-51C3-4026-BB20-377A7C845C56}" dt="2023-03-02T17:51:49.772" v="732"/>
          <ac:spMkLst>
            <pc:docMk/>
            <pc:sldMk cId="3584683627" sldId="745"/>
            <ac:spMk id="61" creationId="{08689025-F2B7-2CF4-C051-94040962C8F1}"/>
          </ac:spMkLst>
        </pc:spChg>
        <pc:spChg chg="add mod">
          <ac:chgData name="Bhargava Sai Uppala" userId="d5096b2208415895" providerId="LiveId" clId="{5CFF754B-51C3-4026-BB20-377A7C845C56}" dt="2023-03-02T17:51:49.772" v="732"/>
          <ac:spMkLst>
            <pc:docMk/>
            <pc:sldMk cId="3584683627" sldId="745"/>
            <ac:spMk id="62" creationId="{ECB1461B-C68C-A54E-2D39-09960550F905}"/>
          </ac:spMkLst>
        </pc:spChg>
        <pc:spChg chg="add mod">
          <ac:chgData name="Bhargava Sai Uppala" userId="d5096b2208415895" providerId="LiveId" clId="{5CFF754B-51C3-4026-BB20-377A7C845C56}" dt="2023-03-02T17:51:49.772" v="732"/>
          <ac:spMkLst>
            <pc:docMk/>
            <pc:sldMk cId="3584683627" sldId="745"/>
            <ac:spMk id="63" creationId="{C33E3BBD-E7C2-4B54-B3B5-E08955FD1CD7}"/>
          </ac:spMkLst>
        </pc:spChg>
        <pc:spChg chg="add mod">
          <ac:chgData name="Bhargava Sai Uppala" userId="d5096b2208415895" providerId="LiveId" clId="{5CFF754B-51C3-4026-BB20-377A7C845C56}" dt="2023-03-02T17:51:49.772" v="732"/>
          <ac:spMkLst>
            <pc:docMk/>
            <pc:sldMk cId="3584683627" sldId="745"/>
            <ac:spMk id="64" creationId="{B1424389-1D0C-54E4-8F0F-A072EEB69A4A}"/>
          </ac:spMkLst>
        </pc:spChg>
        <pc:spChg chg="add mod">
          <ac:chgData name="Bhargava Sai Uppala" userId="d5096b2208415895" providerId="LiveId" clId="{5CFF754B-51C3-4026-BB20-377A7C845C56}" dt="2023-03-02T17:51:49.772" v="732"/>
          <ac:spMkLst>
            <pc:docMk/>
            <pc:sldMk cId="3584683627" sldId="745"/>
            <ac:spMk id="68" creationId="{5C21088F-98A7-8143-B8E3-102D15D677C9}"/>
          </ac:spMkLst>
        </pc:spChg>
        <pc:spChg chg="add mod">
          <ac:chgData name="Bhargava Sai Uppala" userId="d5096b2208415895" providerId="LiveId" clId="{5CFF754B-51C3-4026-BB20-377A7C845C56}" dt="2023-03-02T17:51:49.772" v="732"/>
          <ac:spMkLst>
            <pc:docMk/>
            <pc:sldMk cId="3584683627" sldId="745"/>
            <ac:spMk id="69" creationId="{2BDCE66A-3324-CFCB-3A6B-8988B1F0E181}"/>
          </ac:spMkLst>
        </pc:spChg>
        <pc:spChg chg="add mod">
          <ac:chgData name="Bhargava Sai Uppala" userId="d5096b2208415895" providerId="LiveId" clId="{5CFF754B-51C3-4026-BB20-377A7C845C56}" dt="2023-03-02T17:51:49.772" v="732"/>
          <ac:spMkLst>
            <pc:docMk/>
            <pc:sldMk cId="3584683627" sldId="745"/>
            <ac:spMk id="70" creationId="{2F66273E-4540-4163-BDB8-7481ACBC6BE3}"/>
          </ac:spMkLst>
        </pc:spChg>
        <pc:spChg chg="add mod">
          <ac:chgData name="Bhargava Sai Uppala" userId="d5096b2208415895" providerId="LiveId" clId="{5CFF754B-51C3-4026-BB20-377A7C845C56}" dt="2023-03-02T17:51:49.772" v="732"/>
          <ac:spMkLst>
            <pc:docMk/>
            <pc:sldMk cId="3584683627" sldId="745"/>
            <ac:spMk id="71" creationId="{BB6136D5-00D0-3690-D791-4B2BBC0550E1}"/>
          </ac:spMkLst>
        </pc:spChg>
        <pc:spChg chg="add mod">
          <ac:chgData name="Bhargava Sai Uppala" userId="d5096b2208415895" providerId="LiveId" clId="{5CFF754B-51C3-4026-BB20-377A7C845C56}" dt="2023-03-02T17:51:49.772" v="732"/>
          <ac:spMkLst>
            <pc:docMk/>
            <pc:sldMk cId="3584683627" sldId="745"/>
            <ac:spMk id="72" creationId="{6774722A-DB1E-B2DF-FA7B-DCD05D914E78}"/>
          </ac:spMkLst>
        </pc:spChg>
        <pc:spChg chg="add mod">
          <ac:chgData name="Bhargava Sai Uppala" userId="d5096b2208415895" providerId="LiveId" clId="{5CFF754B-51C3-4026-BB20-377A7C845C56}" dt="2023-03-02T17:51:49.772" v="732"/>
          <ac:spMkLst>
            <pc:docMk/>
            <pc:sldMk cId="3584683627" sldId="745"/>
            <ac:spMk id="73" creationId="{762BDF22-C656-5252-8D05-B1A1855B9BE9}"/>
          </ac:spMkLst>
        </pc:spChg>
        <pc:spChg chg="add mod">
          <ac:chgData name="Bhargava Sai Uppala" userId="d5096b2208415895" providerId="LiveId" clId="{5CFF754B-51C3-4026-BB20-377A7C845C56}" dt="2023-03-02T17:51:49.772" v="732"/>
          <ac:spMkLst>
            <pc:docMk/>
            <pc:sldMk cId="3584683627" sldId="745"/>
            <ac:spMk id="74" creationId="{2D1A3F98-A689-4CE5-4B19-5660F3799900}"/>
          </ac:spMkLst>
        </pc:spChg>
        <pc:spChg chg="add mod">
          <ac:chgData name="Bhargava Sai Uppala" userId="d5096b2208415895" providerId="LiveId" clId="{5CFF754B-51C3-4026-BB20-377A7C845C56}" dt="2023-03-02T17:51:49.772" v="732"/>
          <ac:spMkLst>
            <pc:docMk/>
            <pc:sldMk cId="3584683627" sldId="745"/>
            <ac:spMk id="75" creationId="{C96F6EE4-4B11-11F9-B209-407669F9094F}"/>
          </ac:spMkLst>
        </pc:spChg>
        <pc:spChg chg="add mod">
          <ac:chgData name="Bhargava Sai Uppala" userId="d5096b2208415895" providerId="LiveId" clId="{5CFF754B-51C3-4026-BB20-377A7C845C56}" dt="2023-03-02T17:51:49.772" v="732"/>
          <ac:spMkLst>
            <pc:docMk/>
            <pc:sldMk cId="3584683627" sldId="745"/>
            <ac:spMk id="76" creationId="{68650D36-5E4B-89E3-68E0-8592F39787DA}"/>
          </ac:spMkLst>
        </pc:spChg>
        <pc:spChg chg="add mod">
          <ac:chgData name="Bhargava Sai Uppala" userId="d5096b2208415895" providerId="LiveId" clId="{5CFF754B-51C3-4026-BB20-377A7C845C56}" dt="2023-03-02T17:51:49.772" v="732"/>
          <ac:spMkLst>
            <pc:docMk/>
            <pc:sldMk cId="3584683627" sldId="745"/>
            <ac:spMk id="77" creationId="{C353F762-5756-0EB5-7DE9-6751A7DECF0C}"/>
          </ac:spMkLst>
        </pc:spChg>
        <pc:spChg chg="add mod">
          <ac:chgData name="Bhargava Sai Uppala" userId="d5096b2208415895" providerId="LiveId" clId="{5CFF754B-51C3-4026-BB20-377A7C845C56}" dt="2023-03-02T17:51:49.772" v="732"/>
          <ac:spMkLst>
            <pc:docMk/>
            <pc:sldMk cId="3584683627" sldId="745"/>
            <ac:spMk id="78" creationId="{85CFA465-D2FC-E26A-0B9A-5197DE86D567}"/>
          </ac:spMkLst>
        </pc:spChg>
        <pc:spChg chg="add mod">
          <ac:chgData name="Bhargava Sai Uppala" userId="d5096b2208415895" providerId="LiveId" clId="{5CFF754B-51C3-4026-BB20-377A7C845C56}" dt="2023-03-02T17:51:49.772" v="732"/>
          <ac:spMkLst>
            <pc:docMk/>
            <pc:sldMk cId="3584683627" sldId="745"/>
            <ac:spMk id="79" creationId="{C9F2BE49-8D4E-E28F-6734-99284691537E}"/>
          </ac:spMkLst>
        </pc:spChg>
        <pc:spChg chg="add mod">
          <ac:chgData name="Bhargava Sai Uppala" userId="d5096b2208415895" providerId="LiveId" clId="{5CFF754B-51C3-4026-BB20-377A7C845C56}" dt="2023-03-02T17:51:49.772" v="732"/>
          <ac:spMkLst>
            <pc:docMk/>
            <pc:sldMk cId="3584683627" sldId="745"/>
            <ac:spMk id="80" creationId="{7F740192-56F8-EAC3-5737-3FACF017B440}"/>
          </ac:spMkLst>
        </pc:spChg>
        <pc:spChg chg="add mod">
          <ac:chgData name="Bhargava Sai Uppala" userId="d5096b2208415895" providerId="LiveId" clId="{5CFF754B-51C3-4026-BB20-377A7C845C56}" dt="2023-03-02T17:51:49.772" v="732"/>
          <ac:spMkLst>
            <pc:docMk/>
            <pc:sldMk cId="3584683627" sldId="745"/>
            <ac:spMk id="81" creationId="{35E4AA17-C9D8-6EA1-2ADC-9F43F8CE6114}"/>
          </ac:spMkLst>
        </pc:spChg>
        <pc:spChg chg="add mod">
          <ac:chgData name="Bhargava Sai Uppala" userId="d5096b2208415895" providerId="LiveId" clId="{5CFF754B-51C3-4026-BB20-377A7C845C56}" dt="2023-03-02T17:51:49.772" v="732"/>
          <ac:spMkLst>
            <pc:docMk/>
            <pc:sldMk cId="3584683627" sldId="745"/>
            <ac:spMk id="82" creationId="{32281D3A-D605-C8A8-414F-A6E1410DEA90}"/>
          </ac:spMkLst>
        </pc:spChg>
        <pc:spChg chg="add mod">
          <ac:chgData name="Bhargava Sai Uppala" userId="d5096b2208415895" providerId="LiveId" clId="{5CFF754B-51C3-4026-BB20-377A7C845C56}" dt="2023-03-02T17:51:49.772" v="732"/>
          <ac:spMkLst>
            <pc:docMk/>
            <pc:sldMk cId="3584683627" sldId="745"/>
            <ac:spMk id="83" creationId="{4E8D8868-90F0-7E9D-163A-97DB824273BD}"/>
          </ac:spMkLst>
        </pc:spChg>
        <pc:grpChg chg="add mod">
          <ac:chgData name="Bhargava Sai Uppala" userId="d5096b2208415895" providerId="LiveId" clId="{5CFF754B-51C3-4026-BB20-377A7C845C56}" dt="2023-03-02T17:52:32.767" v="742" actId="1076"/>
          <ac:grpSpMkLst>
            <pc:docMk/>
            <pc:sldMk cId="3584683627" sldId="745"/>
            <ac:grpSpMk id="2" creationId="{2BB01CAB-9BB2-2D7D-F7FB-562570706852}"/>
          </ac:grpSpMkLst>
        </pc:grpChg>
        <pc:picChg chg="del">
          <ac:chgData name="Bhargava Sai Uppala" userId="d5096b2208415895" providerId="LiveId" clId="{5CFF754B-51C3-4026-BB20-377A7C845C56}" dt="2023-02-05T11:13:29.121" v="54" actId="478"/>
          <ac:picMkLst>
            <pc:docMk/>
            <pc:sldMk cId="3584683627" sldId="745"/>
            <ac:picMk id="4" creationId="{4D5881C2-D744-DEF8-EC97-73C39F7D2198}"/>
          </ac:picMkLst>
        </pc:picChg>
        <pc:picChg chg="add del mod">
          <ac:chgData name="Bhargava Sai Uppala" userId="d5096b2208415895" providerId="LiveId" clId="{5CFF754B-51C3-4026-BB20-377A7C845C56}" dt="2023-03-02T17:51:53.576" v="733" actId="478"/>
          <ac:picMkLst>
            <pc:docMk/>
            <pc:sldMk cId="3584683627" sldId="745"/>
            <ac:picMk id="6" creationId="{730FE98B-991F-D3B6-5349-67F74D216DC2}"/>
          </ac:picMkLst>
        </pc:picChg>
        <pc:picChg chg="add mod">
          <ac:chgData name="Bhargava Sai Uppala" userId="d5096b2208415895" providerId="LiveId" clId="{5CFF754B-51C3-4026-BB20-377A7C845C56}" dt="2023-03-02T17:51:49.772" v="732"/>
          <ac:picMkLst>
            <pc:docMk/>
            <pc:sldMk cId="3584683627" sldId="745"/>
            <ac:picMk id="19" creationId="{4EF756BE-3681-D354-ADB0-DB14DB6026DA}"/>
          </ac:picMkLst>
        </pc:picChg>
        <pc:picChg chg="add mod">
          <ac:chgData name="Bhargava Sai Uppala" userId="d5096b2208415895" providerId="LiveId" clId="{5CFF754B-51C3-4026-BB20-377A7C845C56}" dt="2023-03-02T17:51:49.772" v="732"/>
          <ac:picMkLst>
            <pc:docMk/>
            <pc:sldMk cId="3584683627" sldId="745"/>
            <ac:picMk id="20" creationId="{C60731E5-B4F0-FBE6-F6DB-AFC81922CBAA}"/>
          </ac:picMkLst>
        </pc:picChg>
        <pc:picChg chg="add mod">
          <ac:chgData name="Bhargava Sai Uppala" userId="d5096b2208415895" providerId="LiveId" clId="{5CFF754B-51C3-4026-BB20-377A7C845C56}" dt="2023-03-02T17:51:49.772" v="732"/>
          <ac:picMkLst>
            <pc:docMk/>
            <pc:sldMk cId="3584683627" sldId="745"/>
            <ac:picMk id="21" creationId="{8A4BA403-D646-B312-FE23-B50BE0F2D57E}"/>
          </ac:picMkLst>
        </pc:picChg>
        <pc:picChg chg="add mod">
          <ac:chgData name="Bhargava Sai Uppala" userId="d5096b2208415895" providerId="LiveId" clId="{5CFF754B-51C3-4026-BB20-377A7C845C56}" dt="2023-03-02T17:51:49.772" v="732"/>
          <ac:picMkLst>
            <pc:docMk/>
            <pc:sldMk cId="3584683627" sldId="745"/>
            <ac:picMk id="22" creationId="{90FBF1E1-FD36-50E4-FB46-AC7CCA51D815}"/>
          </ac:picMkLst>
        </pc:picChg>
        <pc:cxnChg chg="add mod">
          <ac:chgData name="Bhargava Sai Uppala" userId="d5096b2208415895" providerId="LiveId" clId="{5CFF754B-51C3-4026-BB20-377A7C845C56}" dt="2023-03-02T17:51:49.772" v="732"/>
          <ac:cxnSpMkLst>
            <pc:docMk/>
            <pc:sldMk cId="3584683627" sldId="745"/>
            <ac:cxnSpMk id="15" creationId="{0F1F2822-073E-B558-FEA8-EA1D6CB96C57}"/>
          </ac:cxnSpMkLst>
        </pc:cxnChg>
        <pc:cxnChg chg="add mod">
          <ac:chgData name="Bhargava Sai Uppala" userId="d5096b2208415895" providerId="LiveId" clId="{5CFF754B-51C3-4026-BB20-377A7C845C56}" dt="2023-03-02T17:51:49.772" v="732"/>
          <ac:cxnSpMkLst>
            <pc:docMk/>
            <pc:sldMk cId="3584683627" sldId="745"/>
            <ac:cxnSpMk id="16" creationId="{82F35D07-C57D-61D5-8BDE-E33057D4AC7B}"/>
          </ac:cxnSpMkLst>
        </pc:cxnChg>
        <pc:cxnChg chg="add mod">
          <ac:chgData name="Bhargava Sai Uppala" userId="d5096b2208415895" providerId="LiveId" clId="{5CFF754B-51C3-4026-BB20-377A7C845C56}" dt="2023-03-02T17:51:49.772" v="732"/>
          <ac:cxnSpMkLst>
            <pc:docMk/>
            <pc:sldMk cId="3584683627" sldId="745"/>
            <ac:cxnSpMk id="17" creationId="{CE430E9B-9957-FF8B-7A39-4483E82CABFD}"/>
          </ac:cxnSpMkLst>
        </pc:cxnChg>
        <pc:cxnChg chg="add mod">
          <ac:chgData name="Bhargava Sai Uppala" userId="d5096b2208415895" providerId="LiveId" clId="{5CFF754B-51C3-4026-BB20-377A7C845C56}" dt="2023-03-02T17:51:49.772" v="732"/>
          <ac:cxnSpMkLst>
            <pc:docMk/>
            <pc:sldMk cId="3584683627" sldId="745"/>
            <ac:cxnSpMk id="18" creationId="{6E786047-8ABC-9609-790C-B831DD3452FA}"/>
          </ac:cxnSpMkLst>
        </pc:cxnChg>
        <pc:cxnChg chg="add mod">
          <ac:chgData name="Bhargava Sai Uppala" userId="d5096b2208415895" providerId="LiveId" clId="{5CFF754B-51C3-4026-BB20-377A7C845C56}" dt="2023-03-02T17:51:49.772" v="732"/>
          <ac:cxnSpMkLst>
            <pc:docMk/>
            <pc:sldMk cId="3584683627" sldId="745"/>
            <ac:cxnSpMk id="23" creationId="{F1493797-4E66-25C3-7E4D-5B70F92EC4D9}"/>
          </ac:cxnSpMkLst>
        </pc:cxnChg>
        <pc:cxnChg chg="add mod">
          <ac:chgData name="Bhargava Sai Uppala" userId="d5096b2208415895" providerId="LiveId" clId="{5CFF754B-51C3-4026-BB20-377A7C845C56}" dt="2023-03-02T17:51:49.772" v="732"/>
          <ac:cxnSpMkLst>
            <pc:docMk/>
            <pc:sldMk cId="3584683627" sldId="745"/>
            <ac:cxnSpMk id="24" creationId="{0184F8F0-3A19-8588-B407-0A85E62A9A98}"/>
          </ac:cxnSpMkLst>
        </pc:cxnChg>
        <pc:cxnChg chg="add mod">
          <ac:chgData name="Bhargava Sai Uppala" userId="d5096b2208415895" providerId="LiveId" clId="{5CFF754B-51C3-4026-BB20-377A7C845C56}" dt="2023-03-02T17:51:49.772" v="732"/>
          <ac:cxnSpMkLst>
            <pc:docMk/>
            <pc:sldMk cId="3584683627" sldId="745"/>
            <ac:cxnSpMk id="25" creationId="{AB72CF54-B5D4-D44E-6F20-89CCC18A2E31}"/>
          </ac:cxnSpMkLst>
        </pc:cxnChg>
        <pc:cxnChg chg="add mod">
          <ac:chgData name="Bhargava Sai Uppala" userId="d5096b2208415895" providerId="LiveId" clId="{5CFF754B-51C3-4026-BB20-377A7C845C56}" dt="2023-03-02T17:51:49.772" v="732"/>
          <ac:cxnSpMkLst>
            <pc:docMk/>
            <pc:sldMk cId="3584683627" sldId="745"/>
            <ac:cxnSpMk id="26" creationId="{494D3EFE-FD10-5347-85F9-616CE5A1718E}"/>
          </ac:cxnSpMkLst>
        </pc:cxnChg>
        <pc:cxnChg chg="add mod">
          <ac:chgData name="Bhargava Sai Uppala" userId="d5096b2208415895" providerId="LiveId" clId="{5CFF754B-51C3-4026-BB20-377A7C845C56}" dt="2023-03-02T17:51:49.772" v="732"/>
          <ac:cxnSpMkLst>
            <pc:docMk/>
            <pc:sldMk cId="3584683627" sldId="745"/>
            <ac:cxnSpMk id="27" creationId="{74CFAA90-0B83-91E0-DD3F-4F8437A2F305}"/>
          </ac:cxnSpMkLst>
        </pc:cxnChg>
        <pc:cxnChg chg="add mod">
          <ac:chgData name="Bhargava Sai Uppala" userId="d5096b2208415895" providerId="LiveId" clId="{5CFF754B-51C3-4026-BB20-377A7C845C56}" dt="2023-03-02T17:51:49.772" v="732"/>
          <ac:cxnSpMkLst>
            <pc:docMk/>
            <pc:sldMk cId="3584683627" sldId="745"/>
            <ac:cxnSpMk id="28" creationId="{6202E8CC-BA06-1613-7A7B-8D7F80DED6BA}"/>
          </ac:cxnSpMkLst>
        </pc:cxnChg>
        <pc:cxnChg chg="add mod">
          <ac:chgData name="Bhargava Sai Uppala" userId="d5096b2208415895" providerId="LiveId" clId="{5CFF754B-51C3-4026-BB20-377A7C845C56}" dt="2023-03-02T17:51:49.772" v="732"/>
          <ac:cxnSpMkLst>
            <pc:docMk/>
            <pc:sldMk cId="3584683627" sldId="745"/>
            <ac:cxnSpMk id="29" creationId="{009F0FC2-B57E-2264-6EFE-486198E8C070}"/>
          </ac:cxnSpMkLst>
        </pc:cxnChg>
        <pc:cxnChg chg="add mod">
          <ac:chgData name="Bhargava Sai Uppala" userId="d5096b2208415895" providerId="LiveId" clId="{5CFF754B-51C3-4026-BB20-377A7C845C56}" dt="2023-03-02T17:51:49.772" v="732"/>
          <ac:cxnSpMkLst>
            <pc:docMk/>
            <pc:sldMk cId="3584683627" sldId="745"/>
            <ac:cxnSpMk id="30" creationId="{D9066A5E-45F9-59F6-4CE1-5D017AB0644C}"/>
          </ac:cxnSpMkLst>
        </pc:cxnChg>
        <pc:cxnChg chg="add mod">
          <ac:chgData name="Bhargava Sai Uppala" userId="d5096b2208415895" providerId="LiveId" clId="{5CFF754B-51C3-4026-BB20-377A7C845C56}" dt="2023-03-02T17:51:49.772" v="732"/>
          <ac:cxnSpMkLst>
            <pc:docMk/>
            <pc:sldMk cId="3584683627" sldId="745"/>
            <ac:cxnSpMk id="31" creationId="{4611FF5D-2D18-2298-5F99-DC5558C49D55}"/>
          </ac:cxnSpMkLst>
        </pc:cxnChg>
        <pc:cxnChg chg="add mod">
          <ac:chgData name="Bhargava Sai Uppala" userId="d5096b2208415895" providerId="LiveId" clId="{5CFF754B-51C3-4026-BB20-377A7C845C56}" dt="2023-03-02T17:51:49.772" v="732"/>
          <ac:cxnSpMkLst>
            <pc:docMk/>
            <pc:sldMk cId="3584683627" sldId="745"/>
            <ac:cxnSpMk id="32" creationId="{4F5E699A-8974-6C40-A098-9EDF1CC2E720}"/>
          </ac:cxnSpMkLst>
        </pc:cxnChg>
        <pc:cxnChg chg="add mod">
          <ac:chgData name="Bhargava Sai Uppala" userId="d5096b2208415895" providerId="LiveId" clId="{5CFF754B-51C3-4026-BB20-377A7C845C56}" dt="2023-03-02T17:51:49.772" v="732"/>
          <ac:cxnSpMkLst>
            <pc:docMk/>
            <pc:sldMk cId="3584683627" sldId="745"/>
            <ac:cxnSpMk id="33" creationId="{40AD1542-2E5B-69B6-5763-FE9C1A7ED79E}"/>
          </ac:cxnSpMkLst>
        </pc:cxnChg>
        <pc:cxnChg chg="add mod">
          <ac:chgData name="Bhargava Sai Uppala" userId="d5096b2208415895" providerId="LiveId" clId="{5CFF754B-51C3-4026-BB20-377A7C845C56}" dt="2023-03-02T17:51:49.772" v="732"/>
          <ac:cxnSpMkLst>
            <pc:docMk/>
            <pc:sldMk cId="3584683627" sldId="745"/>
            <ac:cxnSpMk id="34" creationId="{169E9C79-250A-8868-98BA-28999C97A676}"/>
          </ac:cxnSpMkLst>
        </pc:cxnChg>
        <pc:cxnChg chg="add mod">
          <ac:chgData name="Bhargava Sai Uppala" userId="d5096b2208415895" providerId="LiveId" clId="{5CFF754B-51C3-4026-BB20-377A7C845C56}" dt="2023-03-02T17:51:49.772" v="732"/>
          <ac:cxnSpMkLst>
            <pc:docMk/>
            <pc:sldMk cId="3584683627" sldId="745"/>
            <ac:cxnSpMk id="35" creationId="{8E4DA28A-E651-D664-9F93-3FC6E7B715F1}"/>
          </ac:cxnSpMkLst>
        </pc:cxnChg>
        <pc:cxnChg chg="add mod">
          <ac:chgData name="Bhargava Sai Uppala" userId="d5096b2208415895" providerId="LiveId" clId="{5CFF754B-51C3-4026-BB20-377A7C845C56}" dt="2023-03-02T17:51:49.772" v="732"/>
          <ac:cxnSpMkLst>
            <pc:docMk/>
            <pc:sldMk cId="3584683627" sldId="745"/>
            <ac:cxnSpMk id="36" creationId="{18738374-B530-8848-766E-281FC2A08CE7}"/>
          </ac:cxnSpMkLst>
        </pc:cxnChg>
        <pc:cxnChg chg="add mod">
          <ac:chgData name="Bhargava Sai Uppala" userId="d5096b2208415895" providerId="LiveId" clId="{5CFF754B-51C3-4026-BB20-377A7C845C56}" dt="2023-03-02T17:51:49.772" v="732"/>
          <ac:cxnSpMkLst>
            <pc:docMk/>
            <pc:sldMk cId="3584683627" sldId="745"/>
            <ac:cxnSpMk id="37" creationId="{BA9529BA-8E0C-EBB5-BD50-0A81DAF1B499}"/>
          </ac:cxnSpMkLst>
        </pc:cxnChg>
        <pc:cxnChg chg="add mod">
          <ac:chgData name="Bhargava Sai Uppala" userId="d5096b2208415895" providerId="LiveId" clId="{5CFF754B-51C3-4026-BB20-377A7C845C56}" dt="2023-03-02T17:51:49.772" v="732"/>
          <ac:cxnSpMkLst>
            <pc:docMk/>
            <pc:sldMk cId="3584683627" sldId="745"/>
            <ac:cxnSpMk id="38" creationId="{4A9E9386-217A-6CC8-4E37-A7BFF1BAAEF5}"/>
          </ac:cxnSpMkLst>
        </pc:cxnChg>
        <pc:cxnChg chg="add mod">
          <ac:chgData name="Bhargava Sai Uppala" userId="d5096b2208415895" providerId="LiveId" clId="{5CFF754B-51C3-4026-BB20-377A7C845C56}" dt="2023-03-02T17:51:49.772" v="732"/>
          <ac:cxnSpMkLst>
            <pc:docMk/>
            <pc:sldMk cId="3584683627" sldId="745"/>
            <ac:cxnSpMk id="39" creationId="{B34FE222-5E5B-49B5-E8A6-581F8C752513}"/>
          </ac:cxnSpMkLst>
        </pc:cxnChg>
        <pc:cxnChg chg="add mod">
          <ac:chgData name="Bhargava Sai Uppala" userId="d5096b2208415895" providerId="LiveId" clId="{5CFF754B-51C3-4026-BB20-377A7C845C56}" dt="2023-03-02T17:51:49.772" v="732"/>
          <ac:cxnSpMkLst>
            <pc:docMk/>
            <pc:sldMk cId="3584683627" sldId="745"/>
            <ac:cxnSpMk id="43" creationId="{2A203FAA-4D8D-A384-42F2-7A02BB7625E6}"/>
          </ac:cxnSpMkLst>
        </pc:cxnChg>
        <pc:cxnChg chg="add mod">
          <ac:chgData name="Bhargava Sai Uppala" userId="d5096b2208415895" providerId="LiveId" clId="{5CFF754B-51C3-4026-BB20-377A7C845C56}" dt="2023-03-02T17:51:49.772" v="732"/>
          <ac:cxnSpMkLst>
            <pc:docMk/>
            <pc:sldMk cId="3584683627" sldId="745"/>
            <ac:cxnSpMk id="44" creationId="{03C4A139-3BE9-146E-3BB4-5C0343B34B87}"/>
          </ac:cxnSpMkLst>
        </pc:cxnChg>
        <pc:cxnChg chg="add mod">
          <ac:chgData name="Bhargava Sai Uppala" userId="d5096b2208415895" providerId="LiveId" clId="{5CFF754B-51C3-4026-BB20-377A7C845C56}" dt="2023-03-02T17:51:49.772" v="732"/>
          <ac:cxnSpMkLst>
            <pc:docMk/>
            <pc:sldMk cId="3584683627" sldId="745"/>
            <ac:cxnSpMk id="45" creationId="{392EB96E-8BF4-0AA5-B025-71E2403AD2E9}"/>
          </ac:cxnSpMkLst>
        </pc:cxnChg>
        <pc:cxnChg chg="add mod">
          <ac:chgData name="Bhargava Sai Uppala" userId="d5096b2208415895" providerId="LiveId" clId="{5CFF754B-51C3-4026-BB20-377A7C845C56}" dt="2023-03-02T17:51:49.772" v="732"/>
          <ac:cxnSpMkLst>
            <pc:docMk/>
            <pc:sldMk cId="3584683627" sldId="745"/>
            <ac:cxnSpMk id="46" creationId="{BD4299DC-642C-D970-6874-CCAB4244A822}"/>
          </ac:cxnSpMkLst>
        </pc:cxnChg>
        <pc:cxnChg chg="add mod">
          <ac:chgData name="Bhargava Sai Uppala" userId="d5096b2208415895" providerId="LiveId" clId="{5CFF754B-51C3-4026-BB20-377A7C845C56}" dt="2023-03-02T17:51:49.772" v="732"/>
          <ac:cxnSpMkLst>
            <pc:docMk/>
            <pc:sldMk cId="3584683627" sldId="745"/>
            <ac:cxnSpMk id="47" creationId="{B743C54B-A638-E05E-4EBB-A95010D27F1F}"/>
          </ac:cxnSpMkLst>
        </pc:cxnChg>
        <pc:cxnChg chg="add mod">
          <ac:chgData name="Bhargava Sai Uppala" userId="d5096b2208415895" providerId="LiveId" clId="{5CFF754B-51C3-4026-BB20-377A7C845C56}" dt="2023-03-02T17:51:49.772" v="732"/>
          <ac:cxnSpMkLst>
            <pc:docMk/>
            <pc:sldMk cId="3584683627" sldId="745"/>
            <ac:cxnSpMk id="48" creationId="{F7664F10-6E8F-4382-1E33-8C8A47187FB8}"/>
          </ac:cxnSpMkLst>
        </pc:cxnChg>
        <pc:cxnChg chg="add mod">
          <ac:chgData name="Bhargava Sai Uppala" userId="d5096b2208415895" providerId="LiveId" clId="{5CFF754B-51C3-4026-BB20-377A7C845C56}" dt="2023-03-02T17:51:49.772" v="732"/>
          <ac:cxnSpMkLst>
            <pc:docMk/>
            <pc:sldMk cId="3584683627" sldId="745"/>
            <ac:cxnSpMk id="49" creationId="{C565B208-E3F1-9256-2EE5-71C701FAB8C6}"/>
          </ac:cxnSpMkLst>
        </pc:cxnChg>
        <pc:cxnChg chg="add mod">
          <ac:chgData name="Bhargava Sai Uppala" userId="d5096b2208415895" providerId="LiveId" clId="{5CFF754B-51C3-4026-BB20-377A7C845C56}" dt="2023-03-02T17:51:49.772" v="732"/>
          <ac:cxnSpMkLst>
            <pc:docMk/>
            <pc:sldMk cId="3584683627" sldId="745"/>
            <ac:cxnSpMk id="50" creationId="{11390044-8802-15DD-5C6E-A18F820A2AE7}"/>
          </ac:cxnSpMkLst>
        </pc:cxnChg>
        <pc:cxnChg chg="add mod">
          <ac:chgData name="Bhargava Sai Uppala" userId="d5096b2208415895" providerId="LiveId" clId="{5CFF754B-51C3-4026-BB20-377A7C845C56}" dt="2023-03-02T17:51:49.772" v="732"/>
          <ac:cxnSpMkLst>
            <pc:docMk/>
            <pc:sldMk cId="3584683627" sldId="745"/>
            <ac:cxnSpMk id="51" creationId="{0A5FCC5A-0E20-9725-E2E3-DD902CBD96B5}"/>
          </ac:cxnSpMkLst>
        </pc:cxnChg>
        <pc:cxnChg chg="add mod">
          <ac:chgData name="Bhargava Sai Uppala" userId="d5096b2208415895" providerId="LiveId" clId="{5CFF754B-51C3-4026-BB20-377A7C845C56}" dt="2023-03-02T17:51:49.772" v="732"/>
          <ac:cxnSpMkLst>
            <pc:docMk/>
            <pc:sldMk cId="3584683627" sldId="745"/>
            <ac:cxnSpMk id="52" creationId="{F9F1093A-8C0C-9027-DB62-E04BB223C0B9}"/>
          </ac:cxnSpMkLst>
        </pc:cxnChg>
        <pc:cxnChg chg="add mod">
          <ac:chgData name="Bhargava Sai Uppala" userId="d5096b2208415895" providerId="LiveId" clId="{5CFF754B-51C3-4026-BB20-377A7C845C56}" dt="2023-03-02T17:51:49.772" v="732"/>
          <ac:cxnSpMkLst>
            <pc:docMk/>
            <pc:sldMk cId="3584683627" sldId="745"/>
            <ac:cxnSpMk id="53" creationId="{C1B714F8-8A8F-40BA-EFD0-5F5916177983}"/>
          </ac:cxnSpMkLst>
        </pc:cxnChg>
        <pc:cxnChg chg="add mod">
          <ac:chgData name="Bhargava Sai Uppala" userId="d5096b2208415895" providerId="LiveId" clId="{5CFF754B-51C3-4026-BB20-377A7C845C56}" dt="2023-03-02T17:51:49.772" v="732"/>
          <ac:cxnSpMkLst>
            <pc:docMk/>
            <pc:sldMk cId="3584683627" sldId="745"/>
            <ac:cxnSpMk id="54" creationId="{84A9392C-67F2-3C1B-059A-1521CB62BF84}"/>
          </ac:cxnSpMkLst>
        </pc:cxnChg>
        <pc:cxnChg chg="add mod">
          <ac:chgData name="Bhargava Sai Uppala" userId="d5096b2208415895" providerId="LiveId" clId="{5CFF754B-51C3-4026-BB20-377A7C845C56}" dt="2023-03-02T17:51:49.772" v="732"/>
          <ac:cxnSpMkLst>
            <pc:docMk/>
            <pc:sldMk cId="3584683627" sldId="745"/>
            <ac:cxnSpMk id="65" creationId="{DBFE551E-4D81-1A69-7728-21EA97D7D761}"/>
          </ac:cxnSpMkLst>
        </pc:cxnChg>
        <pc:cxnChg chg="add mod">
          <ac:chgData name="Bhargava Sai Uppala" userId="d5096b2208415895" providerId="LiveId" clId="{5CFF754B-51C3-4026-BB20-377A7C845C56}" dt="2023-03-02T17:51:49.772" v="732"/>
          <ac:cxnSpMkLst>
            <pc:docMk/>
            <pc:sldMk cId="3584683627" sldId="745"/>
            <ac:cxnSpMk id="66" creationId="{304C40F2-316A-2702-54F2-C95E37401084}"/>
          </ac:cxnSpMkLst>
        </pc:cxnChg>
        <pc:cxnChg chg="add mod">
          <ac:chgData name="Bhargava Sai Uppala" userId="d5096b2208415895" providerId="LiveId" clId="{5CFF754B-51C3-4026-BB20-377A7C845C56}" dt="2023-03-02T17:51:49.772" v="732"/>
          <ac:cxnSpMkLst>
            <pc:docMk/>
            <pc:sldMk cId="3584683627" sldId="745"/>
            <ac:cxnSpMk id="67" creationId="{46EE4B6C-CB39-F6B9-1EF1-C2B23938C48C}"/>
          </ac:cxnSpMkLst>
        </pc:cxnChg>
      </pc:sldChg>
      <pc:sldChg chg="modSp mod">
        <pc:chgData name="Bhargava Sai Uppala" userId="d5096b2208415895" providerId="LiveId" clId="{5CFF754B-51C3-4026-BB20-377A7C845C56}" dt="2023-03-02T17:12:59.142" v="192" actId="1076"/>
        <pc:sldMkLst>
          <pc:docMk/>
          <pc:sldMk cId="2115467539" sldId="746"/>
        </pc:sldMkLst>
        <pc:spChg chg="mod">
          <ac:chgData name="Bhargava Sai Uppala" userId="d5096b2208415895" providerId="LiveId" clId="{5CFF754B-51C3-4026-BB20-377A7C845C56}" dt="2023-03-02T17:12:59.142" v="192" actId="1076"/>
          <ac:spMkLst>
            <pc:docMk/>
            <pc:sldMk cId="2115467539" sldId="746"/>
            <ac:spMk id="5" creationId="{A464F76D-6C73-D57F-8832-1AEB5B279DFF}"/>
          </ac:spMkLst>
        </pc:spChg>
      </pc:sldChg>
      <pc:sldChg chg="modSp mod">
        <pc:chgData name="Bhargava Sai Uppala" userId="d5096b2208415895" providerId="LiveId" clId="{5CFF754B-51C3-4026-BB20-377A7C845C56}" dt="2023-03-18T06:00:17.997" v="805" actId="404"/>
        <pc:sldMkLst>
          <pc:docMk/>
          <pc:sldMk cId="729284843" sldId="747"/>
        </pc:sldMkLst>
        <pc:spChg chg="mod">
          <ac:chgData name="Bhargava Sai Uppala" userId="d5096b2208415895" providerId="LiveId" clId="{5CFF754B-51C3-4026-BB20-377A7C845C56}" dt="2023-03-02T17:53:06.206" v="745" actId="1036"/>
          <ac:spMkLst>
            <pc:docMk/>
            <pc:sldMk cId="729284843" sldId="747"/>
            <ac:spMk id="3" creationId="{6C9F75C6-84ED-0F8A-3306-A3CA4B45E13E}"/>
          </ac:spMkLst>
        </pc:spChg>
        <pc:spChg chg="mod">
          <ac:chgData name="Bhargava Sai Uppala" userId="d5096b2208415895" providerId="LiveId" clId="{5CFF754B-51C3-4026-BB20-377A7C845C56}" dt="2023-03-18T06:00:17.997" v="805" actId="404"/>
          <ac:spMkLst>
            <pc:docMk/>
            <pc:sldMk cId="729284843" sldId="747"/>
            <ac:spMk id="5" creationId="{5724BCEF-12AC-DA0A-CD2E-1ED7B59186EA}"/>
          </ac:spMkLst>
        </pc:spChg>
      </pc:sldChg>
      <pc:sldChg chg="addSp delSp modSp new mod">
        <pc:chgData name="Bhargava Sai Uppala" userId="d5096b2208415895" providerId="LiveId" clId="{5CFF754B-51C3-4026-BB20-377A7C845C56}" dt="2023-03-02T17:47:42.578" v="729" actId="20577"/>
        <pc:sldMkLst>
          <pc:docMk/>
          <pc:sldMk cId="3372118548" sldId="749"/>
        </pc:sldMkLst>
        <pc:spChg chg="mod">
          <ac:chgData name="Bhargava Sai Uppala" userId="d5096b2208415895" providerId="LiveId" clId="{5CFF754B-51C3-4026-BB20-377A7C845C56}" dt="2023-03-02T17:18:50.282" v="229" actId="20577"/>
          <ac:spMkLst>
            <pc:docMk/>
            <pc:sldMk cId="3372118548" sldId="749"/>
            <ac:spMk id="2" creationId="{68C4A722-59DC-E178-29C7-EA19BB86E41B}"/>
          </ac:spMkLst>
        </pc:spChg>
        <pc:spChg chg="del mod">
          <ac:chgData name="Bhargava Sai Uppala" userId="d5096b2208415895" providerId="LiveId" clId="{5CFF754B-51C3-4026-BB20-377A7C845C56}" dt="2023-03-02T17:20:44.318" v="232" actId="3680"/>
          <ac:spMkLst>
            <pc:docMk/>
            <pc:sldMk cId="3372118548" sldId="749"/>
            <ac:spMk id="3" creationId="{9815A42B-34E3-6390-09FE-2372BD7E854A}"/>
          </ac:spMkLst>
        </pc:spChg>
        <pc:graphicFrameChg chg="add mod ord modGraphic">
          <ac:chgData name="Bhargava Sai Uppala" userId="d5096b2208415895" providerId="LiveId" clId="{5CFF754B-51C3-4026-BB20-377A7C845C56}" dt="2023-03-02T17:47:42.578" v="729" actId="20577"/>
          <ac:graphicFrameMkLst>
            <pc:docMk/>
            <pc:sldMk cId="3372118548" sldId="749"/>
            <ac:graphicFrameMk id="4" creationId="{C30B73DE-C8B4-3BBC-29D6-AFF0647DF947}"/>
          </ac:graphicFrameMkLst>
        </pc:graphicFrameChg>
      </pc:sldChg>
      <pc:sldChg chg="addSp delSp modSp new mod">
        <pc:chgData name="Bhargava Sai Uppala" userId="d5096b2208415895" providerId="LiveId" clId="{5CFF754B-51C3-4026-BB20-377A7C845C56}" dt="2023-03-02T17:47:32.644" v="718" actId="14100"/>
        <pc:sldMkLst>
          <pc:docMk/>
          <pc:sldMk cId="35891969" sldId="750"/>
        </pc:sldMkLst>
        <pc:spChg chg="mod">
          <ac:chgData name="Bhargava Sai Uppala" userId="d5096b2208415895" providerId="LiveId" clId="{5CFF754B-51C3-4026-BB20-377A7C845C56}" dt="2023-03-02T17:36:47.278" v="532" actId="20577"/>
          <ac:spMkLst>
            <pc:docMk/>
            <pc:sldMk cId="35891969" sldId="750"/>
            <ac:spMk id="2" creationId="{9BA8788D-D29C-B27A-0AE7-8455CFA0D707}"/>
          </ac:spMkLst>
        </pc:spChg>
        <pc:spChg chg="del mod">
          <ac:chgData name="Bhargava Sai Uppala" userId="d5096b2208415895" providerId="LiveId" clId="{5CFF754B-51C3-4026-BB20-377A7C845C56}" dt="2023-03-02T17:36:57.560" v="533"/>
          <ac:spMkLst>
            <pc:docMk/>
            <pc:sldMk cId="35891969" sldId="750"/>
            <ac:spMk id="3" creationId="{48C0B5F8-C9F2-F486-55D8-41B2A737BC66}"/>
          </ac:spMkLst>
        </pc:spChg>
        <pc:spChg chg="add del mod">
          <ac:chgData name="Bhargava Sai Uppala" userId="d5096b2208415895" providerId="LiveId" clId="{5CFF754B-51C3-4026-BB20-377A7C845C56}" dt="2023-03-02T17:37:51.686" v="538" actId="1957"/>
          <ac:spMkLst>
            <pc:docMk/>
            <pc:sldMk cId="35891969" sldId="750"/>
            <ac:spMk id="6" creationId="{B73CE0BD-0990-8251-C23D-06C41599B471}"/>
          </ac:spMkLst>
        </pc:spChg>
        <pc:graphicFrameChg chg="add del mod">
          <ac:chgData name="Bhargava Sai Uppala" userId="d5096b2208415895" providerId="LiveId" clId="{5CFF754B-51C3-4026-BB20-377A7C845C56}" dt="2023-03-02T17:37:18.185" v="536" actId="478"/>
          <ac:graphicFrameMkLst>
            <pc:docMk/>
            <pc:sldMk cId="35891969" sldId="750"/>
            <ac:graphicFrameMk id="4" creationId="{97AEE255-A047-A28E-C0EC-C96E9234483C}"/>
          </ac:graphicFrameMkLst>
        </pc:graphicFrameChg>
        <pc:graphicFrameChg chg="add mod">
          <ac:chgData name="Bhargava Sai Uppala" userId="d5096b2208415895" providerId="LiveId" clId="{5CFF754B-51C3-4026-BB20-377A7C845C56}" dt="2023-03-02T17:43:05.565" v="618" actId="14100"/>
          <ac:graphicFrameMkLst>
            <pc:docMk/>
            <pc:sldMk cId="35891969" sldId="750"/>
            <ac:graphicFrameMk id="9" creationId="{C3CCFF65-526D-D6D8-C87A-658AC167E003}"/>
          </ac:graphicFrameMkLst>
        </pc:graphicFrameChg>
        <pc:graphicFrameChg chg="add mod">
          <ac:chgData name="Bhargava Sai Uppala" userId="d5096b2208415895" providerId="LiveId" clId="{5CFF754B-51C3-4026-BB20-377A7C845C56}" dt="2023-03-02T17:47:32.644" v="718" actId="14100"/>
          <ac:graphicFrameMkLst>
            <pc:docMk/>
            <pc:sldMk cId="35891969" sldId="750"/>
            <ac:graphicFrameMk id="12" creationId="{8B4F7826-A36C-D620-DF96-94ABD2001908}"/>
          </ac:graphicFrameMkLst>
        </pc:graphicFrameChg>
      </pc:sldChg>
    </pc:docChg>
  </pc:docChgLst>
  <pc:docChgLst>
    <pc:chgData name="Bhargava Sai Uppala" userId="d5096b2208415895" providerId="LiveId" clId="{21526711-F375-49C0-8B71-155985802830}"/>
    <pc:docChg chg="custSel delSld modSld">
      <pc:chgData name="Bhargava Sai Uppala" userId="d5096b2208415895" providerId="LiveId" clId="{21526711-F375-49C0-8B71-155985802830}" dt="2023-05-12T04:55:41.277" v="179" actId="20577"/>
      <pc:docMkLst>
        <pc:docMk/>
      </pc:docMkLst>
      <pc:sldChg chg="modSp mod">
        <pc:chgData name="Bhargava Sai Uppala" userId="d5096b2208415895" providerId="LiveId" clId="{21526711-F375-49C0-8B71-155985802830}" dt="2023-05-12T04:43:36.135" v="7" actId="20577"/>
        <pc:sldMkLst>
          <pc:docMk/>
          <pc:sldMk cId="1721979329" sldId="626"/>
        </pc:sldMkLst>
        <pc:spChg chg="mod">
          <ac:chgData name="Bhargava Sai Uppala" userId="d5096b2208415895" providerId="LiveId" clId="{21526711-F375-49C0-8B71-155985802830}" dt="2023-05-12T04:43:27.023" v="0" actId="20577"/>
          <ac:spMkLst>
            <pc:docMk/>
            <pc:sldMk cId="1721979329" sldId="626"/>
            <ac:spMk id="2" creationId="{00000000-0000-0000-0000-000000000000}"/>
          </ac:spMkLst>
        </pc:spChg>
        <pc:spChg chg="mod">
          <ac:chgData name="Bhargava Sai Uppala" userId="d5096b2208415895" providerId="LiveId" clId="{21526711-F375-49C0-8B71-155985802830}" dt="2023-05-12T04:43:33.524" v="6" actId="20577"/>
          <ac:spMkLst>
            <pc:docMk/>
            <pc:sldMk cId="1721979329" sldId="626"/>
            <ac:spMk id="3" creationId="{00000000-0000-0000-0000-000000000000}"/>
          </ac:spMkLst>
        </pc:spChg>
        <pc:spChg chg="mod">
          <ac:chgData name="Bhargava Sai Uppala" userId="d5096b2208415895" providerId="LiveId" clId="{21526711-F375-49C0-8B71-155985802830}" dt="2023-05-12T04:43:36.135" v="7" actId="20577"/>
          <ac:spMkLst>
            <pc:docMk/>
            <pc:sldMk cId="1721979329" sldId="626"/>
            <ac:spMk id="8" creationId="{73F55884-4B7A-2886-0536-A6135BB3B3FF}"/>
          </ac:spMkLst>
        </pc:spChg>
      </pc:sldChg>
      <pc:sldChg chg="modSp mod">
        <pc:chgData name="Bhargava Sai Uppala" userId="d5096b2208415895" providerId="LiveId" clId="{21526711-F375-49C0-8B71-155985802830}" dt="2023-05-12T04:55:41.277" v="179" actId="20577"/>
        <pc:sldMkLst>
          <pc:docMk/>
          <pc:sldMk cId="1367467885" sldId="722"/>
        </pc:sldMkLst>
        <pc:spChg chg="mod">
          <ac:chgData name="Bhargava Sai Uppala" userId="d5096b2208415895" providerId="LiveId" clId="{21526711-F375-49C0-8B71-155985802830}" dt="2023-05-12T04:55:41.277" v="179" actId="20577"/>
          <ac:spMkLst>
            <pc:docMk/>
            <pc:sldMk cId="1367467885" sldId="722"/>
            <ac:spMk id="3" creationId="{6B38A4B0-A1E1-05AA-BBC5-4999838D7399}"/>
          </ac:spMkLst>
        </pc:spChg>
      </pc:sldChg>
      <pc:sldChg chg="modSp del mod">
        <pc:chgData name="Bhargava Sai Uppala" userId="d5096b2208415895" providerId="LiveId" clId="{21526711-F375-49C0-8B71-155985802830}" dt="2023-05-12T04:50:42.606" v="112" actId="2696"/>
        <pc:sldMkLst>
          <pc:docMk/>
          <pc:sldMk cId="4027853303" sldId="739"/>
        </pc:sldMkLst>
        <pc:spChg chg="mod">
          <ac:chgData name="Bhargava Sai Uppala" userId="d5096b2208415895" providerId="LiveId" clId="{21526711-F375-49C0-8B71-155985802830}" dt="2023-05-12T04:45:06.330" v="63" actId="20577"/>
          <ac:spMkLst>
            <pc:docMk/>
            <pc:sldMk cId="4027853303" sldId="739"/>
            <ac:spMk id="3" creationId="{C48FB0EF-4C66-58EB-A3BF-246166861754}"/>
          </ac:spMkLst>
        </pc:spChg>
        <pc:spChg chg="mod">
          <ac:chgData name="Bhargava Sai Uppala" userId="d5096b2208415895" providerId="LiveId" clId="{21526711-F375-49C0-8B71-155985802830}" dt="2023-05-12T04:49:48.570" v="111" actId="20577"/>
          <ac:spMkLst>
            <pc:docMk/>
            <pc:sldMk cId="4027853303" sldId="739"/>
            <ac:spMk id="5" creationId="{C3D1DA2C-5683-EB05-C92B-B281B4DF8AB8}"/>
          </ac:spMkLst>
        </pc:spChg>
      </pc:sldChg>
      <pc:sldChg chg="addSp delSp modSp mod">
        <pc:chgData name="Bhargava Sai Uppala" userId="d5096b2208415895" providerId="LiveId" clId="{21526711-F375-49C0-8B71-155985802830}" dt="2023-05-12T04:48:59.860" v="91" actId="14100"/>
        <pc:sldMkLst>
          <pc:docMk/>
          <pc:sldMk cId="23618308" sldId="740"/>
        </pc:sldMkLst>
        <pc:spChg chg="add del mod">
          <ac:chgData name="Bhargava Sai Uppala" userId="d5096b2208415895" providerId="LiveId" clId="{21526711-F375-49C0-8B71-155985802830}" dt="2023-05-12T04:48:22.056" v="82"/>
          <ac:spMkLst>
            <pc:docMk/>
            <pc:sldMk cId="23618308" sldId="740"/>
            <ac:spMk id="5" creationId="{ED239C32-B411-904B-CB29-04F47E2800A6}"/>
          </ac:spMkLst>
        </pc:spChg>
        <pc:graphicFrameChg chg="del modGraphic">
          <ac:chgData name="Bhargava Sai Uppala" userId="d5096b2208415895" providerId="LiveId" clId="{21526711-F375-49C0-8B71-155985802830}" dt="2023-05-12T04:48:19.652" v="81" actId="478"/>
          <ac:graphicFrameMkLst>
            <pc:docMk/>
            <pc:sldMk cId="23618308" sldId="740"/>
            <ac:graphicFrameMk id="4" creationId="{A01380B4-8B8C-89CD-05E4-475110841AC8}"/>
          </ac:graphicFrameMkLst>
        </pc:graphicFrameChg>
        <pc:graphicFrameChg chg="add mod modGraphic">
          <ac:chgData name="Bhargava Sai Uppala" userId="d5096b2208415895" providerId="LiveId" clId="{21526711-F375-49C0-8B71-155985802830}" dt="2023-05-12T04:48:59.860" v="91" actId="14100"/>
          <ac:graphicFrameMkLst>
            <pc:docMk/>
            <pc:sldMk cId="23618308" sldId="740"/>
            <ac:graphicFrameMk id="6" creationId="{8CA3FE0F-01E2-9297-E11A-38B6181C7053}"/>
          </ac:graphicFrameMkLst>
        </pc:graphicFrameChg>
      </pc:sldChg>
      <pc:sldChg chg="modSp mod">
        <pc:chgData name="Bhargava Sai Uppala" userId="d5096b2208415895" providerId="LiveId" clId="{21526711-F375-49C0-8B71-155985802830}" dt="2023-05-12T04:55:12.805" v="114" actId="27636"/>
        <pc:sldMkLst>
          <pc:docMk/>
          <pc:sldMk cId="1245711291" sldId="742"/>
        </pc:sldMkLst>
        <pc:spChg chg="mod">
          <ac:chgData name="Bhargava Sai Uppala" userId="d5096b2208415895" providerId="LiveId" clId="{21526711-F375-49C0-8B71-155985802830}" dt="2023-05-12T04:55:12.805" v="114" actId="27636"/>
          <ac:spMkLst>
            <pc:docMk/>
            <pc:sldMk cId="1245711291" sldId="742"/>
            <ac:spMk id="3" creationId="{B07A04DC-3BD1-C593-36EB-199764896D6A}"/>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5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sz="1500" b="1">
                <a:solidFill>
                  <a:schemeClr val="tx1"/>
                </a:solidFill>
                <a:latin typeface="Times New Roman" panose="02020603050405020304" pitchFamily="18" charset="0"/>
                <a:cs typeface="Times New Roman" panose="02020603050405020304" pitchFamily="18" charset="0"/>
              </a:rPr>
              <a:t>Delay</a:t>
            </a:r>
            <a:r>
              <a:rPr lang="en-IN" sz="1500" b="1" baseline="0">
                <a:solidFill>
                  <a:schemeClr val="tx1"/>
                </a:solidFill>
                <a:latin typeface="Times New Roman" panose="02020603050405020304" pitchFamily="18" charset="0"/>
                <a:cs typeface="Times New Roman" panose="02020603050405020304" pitchFamily="18" charset="0"/>
              </a:rPr>
              <a:t> Analysis</a:t>
            </a:r>
            <a:endParaRPr lang="en-IN" sz="1500" b="1">
              <a:solidFill>
                <a:schemeClr val="tx1"/>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Delay analysis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Reed-Muller code</c:v>
                </c:pt>
                <c:pt idx="1">
                  <c:v>Decimal matrix code</c:v>
                </c:pt>
                <c:pt idx="2">
                  <c:v>Bit Manipulation </c:v>
                </c:pt>
                <c:pt idx="3">
                  <c:v>IRMC (Proposed)</c:v>
                </c:pt>
              </c:strCache>
            </c:strRef>
          </c:cat>
          <c:val>
            <c:numRef>
              <c:f>Sheet1!$B$2:$B$5</c:f>
              <c:numCache>
                <c:formatCode>General</c:formatCode>
                <c:ptCount val="4"/>
                <c:pt idx="0">
                  <c:v>55</c:v>
                </c:pt>
                <c:pt idx="1">
                  <c:v>17.587</c:v>
                </c:pt>
                <c:pt idx="2">
                  <c:v>6.0650000000000004</c:v>
                </c:pt>
                <c:pt idx="3">
                  <c:v>5.9370000000000003</c:v>
                </c:pt>
              </c:numCache>
            </c:numRef>
          </c:val>
          <c:extLst>
            <c:ext xmlns:c16="http://schemas.microsoft.com/office/drawing/2014/chart" uri="{C3380CC4-5D6E-409C-BE32-E72D297353CC}">
              <c16:uniqueId val="{00000000-7EEC-468F-9AB4-A4728CB3DDE7}"/>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Reed-Muller code</c:v>
                </c:pt>
                <c:pt idx="1">
                  <c:v>Decimal matrix code</c:v>
                </c:pt>
                <c:pt idx="2">
                  <c:v>Bit Manipulation </c:v>
                </c:pt>
                <c:pt idx="3">
                  <c:v>IRMC (Proposed)</c:v>
                </c:pt>
              </c:strCache>
            </c:strRef>
          </c:cat>
          <c:val>
            <c:numRef>
              <c:f>Sheet1!$C$2:$C$5</c:f>
              <c:numCache>
                <c:formatCode>General</c:formatCode>
                <c:ptCount val="4"/>
              </c:numCache>
            </c:numRef>
          </c:val>
          <c:extLst>
            <c:ext xmlns:c16="http://schemas.microsoft.com/office/drawing/2014/chart" uri="{C3380CC4-5D6E-409C-BE32-E72D297353CC}">
              <c16:uniqueId val="{00000001-7EEC-468F-9AB4-A4728CB3DDE7}"/>
            </c:ext>
          </c:extLst>
        </c:ser>
        <c:ser>
          <c:idx val="2"/>
          <c:order val="2"/>
          <c:tx>
            <c:strRef>
              <c:f>Sheet1!$D$1</c:f>
              <c:strCache>
                <c:ptCount val="1"/>
                <c:pt idx="0">
                  <c:v>Column2</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Reed-Muller code</c:v>
                </c:pt>
                <c:pt idx="1">
                  <c:v>Decimal matrix code</c:v>
                </c:pt>
                <c:pt idx="2">
                  <c:v>Bit Manipulation </c:v>
                </c:pt>
                <c:pt idx="3">
                  <c:v>IRMC (Proposed)</c:v>
                </c:pt>
              </c:strCache>
            </c:strRef>
          </c:cat>
          <c:val>
            <c:numRef>
              <c:f>Sheet1!$D$2:$D$5</c:f>
              <c:numCache>
                <c:formatCode>General</c:formatCode>
                <c:ptCount val="4"/>
              </c:numCache>
            </c:numRef>
          </c:val>
          <c:extLst>
            <c:ext xmlns:c16="http://schemas.microsoft.com/office/drawing/2014/chart" uri="{C3380CC4-5D6E-409C-BE32-E72D297353CC}">
              <c16:uniqueId val="{00000002-7EEC-468F-9AB4-A4728CB3DDE7}"/>
            </c:ext>
          </c:extLst>
        </c:ser>
        <c:dLbls>
          <c:dLblPos val="outEnd"/>
          <c:showLegendKey val="0"/>
          <c:showVal val="1"/>
          <c:showCatName val="0"/>
          <c:showSerName val="0"/>
          <c:showPercent val="0"/>
          <c:showBubbleSize val="0"/>
        </c:dLbls>
        <c:gapWidth val="219"/>
        <c:overlap val="-27"/>
        <c:axId val="-1724516528"/>
        <c:axId val="-1724515440"/>
      </c:barChart>
      <c:catAx>
        <c:axId val="-1724516528"/>
        <c:scaling>
          <c:orientation val="minMax"/>
        </c:scaling>
        <c:delete val="0"/>
        <c:axPos val="b"/>
        <c:title>
          <c:tx>
            <c:rich>
              <a:bodyPr rot="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sz="1200" b="1">
                    <a:solidFill>
                      <a:schemeClr val="tx1"/>
                    </a:solidFill>
                    <a:latin typeface="Times New Roman" panose="02020603050405020304" pitchFamily="18" charset="0"/>
                    <a:cs typeface="Times New Roman" panose="02020603050405020304" pitchFamily="18" charset="0"/>
                  </a:rPr>
                  <a:t>Type of Algorithm </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724515440"/>
        <c:crosses val="autoZero"/>
        <c:auto val="1"/>
        <c:lblAlgn val="ctr"/>
        <c:lblOffset val="100"/>
        <c:noMultiLvlLbl val="0"/>
      </c:catAx>
      <c:valAx>
        <c:axId val="-17245154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sz="1200" b="1">
                    <a:solidFill>
                      <a:schemeClr val="tx1"/>
                    </a:solidFill>
                    <a:latin typeface="Times New Roman" panose="02020603050405020304" pitchFamily="18" charset="0"/>
                    <a:cs typeface="Times New Roman" panose="02020603050405020304" pitchFamily="18" charset="0"/>
                  </a:rPr>
                  <a:t>Delay(nano Seconds)</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latin typeface="Times New Roman" panose="02020603050405020304" pitchFamily="18" charset="0"/>
                <a:ea typeface="Tahoma" panose="020B0604030504040204" pitchFamily="34" charset="0"/>
                <a:cs typeface="Times New Roman" panose="02020603050405020304" pitchFamily="18" charset="0"/>
              </a:defRPr>
            </a:pPr>
            <a:endParaRPr lang="en-US"/>
          </a:p>
        </c:txPr>
        <c:crossAx val="-172451652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a:defRPr sz="15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IN" sz="1500" b="1">
                <a:solidFill>
                  <a:schemeClr val="tx1"/>
                </a:solidFill>
                <a:latin typeface="Times New Roman" panose="02020603050405020304" pitchFamily="18" charset="0"/>
                <a:cs typeface="Times New Roman" panose="02020603050405020304" pitchFamily="18" charset="0"/>
              </a:rPr>
              <a:t>Power Analysis</a:t>
            </a:r>
          </a:p>
        </c:rich>
      </c:tx>
      <c:overlay val="0"/>
      <c:spPr>
        <a:noFill/>
        <a:ln>
          <a:noFill/>
        </a:ln>
        <a:effectLst/>
      </c:spPr>
      <c:txPr>
        <a:bodyPr rot="0" spcFirstLastPara="1" vertOverflow="ellipsis" vert="horz" wrap="square" anchor="ctr" anchorCtr="1"/>
        <a:lstStyle/>
        <a:p>
          <a:pPr>
            <a:defRPr sz="15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Power(mW)</c:v>
                </c:pt>
              </c:strCache>
            </c:strRef>
          </c:tx>
          <c:spPr>
            <a:solidFill>
              <a:schemeClr val="accent2">
                <a:shade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Bit Manipulation</c:v>
                </c:pt>
                <c:pt idx="1">
                  <c:v>Reed-Muller code</c:v>
                </c:pt>
                <c:pt idx="2">
                  <c:v>Decimal Matrix Code</c:v>
                </c:pt>
                <c:pt idx="3">
                  <c:v>IRMC (proposed)</c:v>
                </c:pt>
              </c:strCache>
            </c:strRef>
          </c:cat>
          <c:val>
            <c:numRef>
              <c:f>Sheet1!$B$2:$B$5</c:f>
              <c:numCache>
                <c:formatCode>General</c:formatCode>
                <c:ptCount val="4"/>
                <c:pt idx="0">
                  <c:v>327.3</c:v>
                </c:pt>
                <c:pt idx="1">
                  <c:v>264.8</c:v>
                </c:pt>
                <c:pt idx="2">
                  <c:v>121</c:v>
                </c:pt>
                <c:pt idx="3">
                  <c:v>38.902999999999999</c:v>
                </c:pt>
              </c:numCache>
            </c:numRef>
          </c:val>
          <c:extLst>
            <c:ext xmlns:c16="http://schemas.microsoft.com/office/drawing/2014/chart" uri="{C3380CC4-5D6E-409C-BE32-E72D297353CC}">
              <c16:uniqueId val="{00000000-6236-4DC9-BB29-6103DCED1538}"/>
            </c:ext>
          </c:extLst>
        </c:ser>
        <c:ser>
          <c:idx val="1"/>
          <c:order val="1"/>
          <c:tx>
            <c:strRef>
              <c:f>Sheet1!$C$1</c:f>
              <c:strCache>
                <c:ptCount val="1"/>
                <c:pt idx="0">
                  <c:v>Column1</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Bit Manipulation</c:v>
                </c:pt>
                <c:pt idx="1">
                  <c:v>Reed-Muller code</c:v>
                </c:pt>
                <c:pt idx="2">
                  <c:v>Decimal Matrix Code</c:v>
                </c:pt>
                <c:pt idx="3">
                  <c:v>IRMC (proposed)</c:v>
                </c:pt>
              </c:strCache>
            </c:strRef>
          </c:cat>
          <c:val>
            <c:numRef>
              <c:f>Sheet1!$C$2:$C$5</c:f>
              <c:numCache>
                <c:formatCode>General</c:formatCode>
                <c:ptCount val="4"/>
              </c:numCache>
            </c:numRef>
          </c:val>
          <c:extLst>
            <c:ext xmlns:c16="http://schemas.microsoft.com/office/drawing/2014/chart" uri="{C3380CC4-5D6E-409C-BE32-E72D297353CC}">
              <c16:uniqueId val="{00000001-6236-4DC9-BB29-6103DCED1538}"/>
            </c:ext>
          </c:extLst>
        </c:ser>
        <c:ser>
          <c:idx val="2"/>
          <c:order val="2"/>
          <c:tx>
            <c:strRef>
              <c:f>Sheet1!$D$1</c:f>
              <c:strCache>
                <c:ptCount val="1"/>
                <c:pt idx="0">
                  <c:v>Column2</c:v>
                </c:pt>
              </c:strCache>
            </c:strRef>
          </c:tx>
          <c:spPr>
            <a:solidFill>
              <a:schemeClr val="accent2">
                <a:tint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Bit Manipulation</c:v>
                </c:pt>
                <c:pt idx="1">
                  <c:v>Reed-Muller code</c:v>
                </c:pt>
                <c:pt idx="2">
                  <c:v>Decimal Matrix Code</c:v>
                </c:pt>
                <c:pt idx="3">
                  <c:v>IRMC (proposed)</c:v>
                </c:pt>
              </c:strCache>
            </c:strRef>
          </c:cat>
          <c:val>
            <c:numRef>
              <c:f>Sheet1!$D$2:$D$5</c:f>
              <c:numCache>
                <c:formatCode>General</c:formatCode>
                <c:ptCount val="4"/>
              </c:numCache>
            </c:numRef>
          </c:val>
          <c:extLst>
            <c:ext xmlns:c16="http://schemas.microsoft.com/office/drawing/2014/chart" uri="{C3380CC4-5D6E-409C-BE32-E72D297353CC}">
              <c16:uniqueId val="{00000002-6236-4DC9-BB29-6103DCED1538}"/>
            </c:ext>
          </c:extLst>
        </c:ser>
        <c:dLbls>
          <c:dLblPos val="outEnd"/>
          <c:showLegendKey val="0"/>
          <c:showVal val="1"/>
          <c:showCatName val="0"/>
          <c:showSerName val="0"/>
          <c:showPercent val="0"/>
          <c:showBubbleSize val="0"/>
        </c:dLbls>
        <c:gapWidth val="219"/>
        <c:overlap val="-27"/>
        <c:axId val="-1724512720"/>
        <c:axId val="-1724511088"/>
      </c:barChart>
      <c:catAx>
        <c:axId val="-1724512720"/>
        <c:scaling>
          <c:orientation val="minMax"/>
        </c:scaling>
        <c:delete val="0"/>
        <c:axPos val="b"/>
        <c:title>
          <c:tx>
            <c:rich>
              <a:bodyPr rot="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sz="1200" b="1" dirty="0">
                    <a:solidFill>
                      <a:schemeClr val="tx1"/>
                    </a:solidFill>
                    <a:latin typeface="Times New Roman" panose="02020603050405020304" pitchFamily="18" charset="0"/>
                    <a:cs typeface="Times New Roman" panose="02020603050405020304" pitchFamily="18" charset="0"/>
                  </a:rPr>
                  <a:t>Type of Algorithm</a:t>
                </a:r>
              </a:p>
            </c:rich>
          </c:tx>
          <c:overlay val="0"/>
          <c:spPr>
            <a:noFill/>
            <a:ln>
              <a:noFill/>
            </a:ln>
            <a:effectLst/>
          </c:spPr>
          <c:txPr>
            <a:bodyPr rot="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724511088"/>
        <c:crosses val="autoZero"/>
        <c:auto val="1"/>
        <c:lblAlgn val="ctr"/>
        <c:lblOffset val="100"/>
        <c:noMultiLvlLbl val="0"/>
      </c:catAx>
      <c:valAx>
        <c:axId val="-172451108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sz="1200" b="1" dirty="0">
                    <a:solidFill>
                      <a:schemeClr val="tx1"/>
                    </a:solidFill>
                    <a:latin typeface="Times New Roman" panose="02020603050405020304" pitchFamily="18" charset="0"/>
                    <a:cs typeface="Times New Roman" panose="02020603050405020304" pitchFamily="18" charset="0"/>
                  </a:rPr>
                  <a:t>Power (milli Watt)</a:t>
                </a:r>
              </a:p>
            </c:rich>
          </c:tx>
          <c:overlay val="0"/>
          <c:spPr>
            <a:noFill/>
            <a:ln>
              <a:noFill/>
            </a:ln>
            <a:effectLst/>
          </c:spPr>
          <c:txPr>
            <a:bodyPr rot="-540000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7245127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sz="1800">
                <a:solidFill>
                  <a:schemeClr val="tx1"/>
                </a:solidFill>
                <a:latin typeface="Times New Roman" panose="02020603050405020304" pitchFamily="18" charset="0"/>
                <a:cs typeface="Times New Roman" panose="02020603050405020304" pitchFamily="18" charset="0"/>
              </a:rPr>
              <a:t>Power Analysis</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Type of algorithm</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5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Sheet1!$A$2:$A$4</c:f>
              <c:strCache>
                <c:ptCount val="3"/>
                <c:pt idx="0">
                  <c:v>Decimal Matrix Code</c:v>
                </c:pt>
                <c:pt idx="1">
                  <c:v>Bit Manipulation</c:v>
                </c:pt>
                <c:pt idx="2">
                  <c:v>IRMC (Proposed)</c:v>
                </c:pt>
              </c:strCache>
            </c:strRef>
          </c:cat>
          <c:val>
            <c:numRef>
              <c:f>Sheet1!$B$2:$B$4</c:f>
              <c:numCache>
                <c:formatCode>General</c:formatCode>
                <c:ptCount val="3"/>
                <c:pt idx="0">
                  <c:v>330.8</c:v>
                </c:pt>
                <c:pt idx="1">
                  <c:v>330.7</c:v>
                </c:pt>
                <c:pt idx="2">
                  <c:v>68.7</c:v>
                </c:pt>
              </c:numCache>
            </c:numRef>
          </c:val>
          <c:extLst>
            <c:ext xmlns:c16="http://schemas.microsoft.com/office/drawing/2014/chart" uri="{C3380CC4-5D6E-409C-BE32-E72D297353CC}">
              <c16:uniqueId val="{00000000-C781-4372-B010-740846CCC7D1}"/>
            </c:ext>
          </c:extLst>
        </c:ser>
        <c:dLbls>
          <c:dLblPos val="outEnd"/>
          <c:showLegendKey val="0"/>
          <c:showVal val="1"/>
          <c:showCatName val="0"/>
          <c:showSerName val="0"/>
          <c:showPercent val="0"/>
          <c:showBubbleSize val="0"/>
        </c:dLbls>
        <c:gapWidth val="100"/>
        <c:overlap val="-24"/>
        <c:axId val="-1805026432"/>
        <c:axId val="-1805015552"/>
      </c:barChart>
      <c:catAx>
        <c:axId val="-1805026432"/>
        <c:scaling>
          <c:orientation val="minMax"/>
        </c:scaling>
        <c:delete val="0"/>
        <c:axPos val="b"/>
        <c:title>
          <c:tx>
            <c:rich>
              <a:bodyPr rot="0" spcFirstLastPara="1" vertOverflow="ellipsis" vert="horz" wrap="square" anchor="ctr" anchorCtr="1"/>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IN" sz="1400" dirty="0">
                    <a:solidFill>
                      <a:schemeClr val="tx1"/>
                    </a:solidFill>
                    <a:latin typeface="Times New Roman" panose="02020603050405020304" pitchFamily="18" charset="0"/>
                    <a:cs typeface="Times New Roman" panose="02020603050405020304" pitchFamily="18" charset="0"/>
                  </a:rPr>
                  <a:t>TYPE OF ALGORITHM</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3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805015552"/>
        <c:crosses val="autoZero"/>
        <c:auto val="1"/>
        <c:lblAlgn val="ctr"/>
        <c:lblOffset val="100"/>
        <c:noMultiLvlLbl val="0"/>
      </c:catAx>
      <c:valAx>
        <c:axId val="-1805015552"/>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GB" sz="1400">
                    <a:solidFill>
                      <a:schemeClr val="tx1"/>
                    </a:solidFill>
                    <a:latin typeface="Times New Roman" panose="02020603050405020304" pitchFamily="18" charset="0"/>
                    <a:cs typeface="Times New Roman" panose="02020603050405020304" pitchFamily="18" charset="0"/>
                  </a:rPr>
                  <a:t>Power (mW)</a:t>
                </a:r>
                <a:endParaRPr lang="en-IN" sz="1400">
                  <a:solidFill>
                    <a:schemeClr val="tx1"/>
                  </a:solidFill>
                  <a:latin typeface="Times New Roman" panose="02020603050405020304" pitchFamily="18" charset="0"/>
                  <a:cs typeface="Times New Roman" panose="02020603050405020304" pitchFamily="18" charset="0"/>
                </a:endParaRP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3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80502643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cap="none" spc="0" normalizeH="0" baseline="0">
                <a:solidFill>
                  <a:schemeClr val="tx1"/>
                </a:solidFill>
                <a:latin typeface="Times New Roman" panose="02020603050405020304" pitchFamily="18" charset="0"/>
                <a:ea typeface="+mj-ea"/>
                <a:cs typeface="Times New Roman" panose="02020603050405020304" pitchFamily="18" charset="0"/>
              </a:defRPr>
            </a:pPr>
            <a:r>
              <a:rPr lang="en-US" sz="1800" b="1">
                <a:solidFill>
                  <a:schemeClr val="tx1"/>
                </a:solidFill>
                <a:latin typeface="Times New Roman" panose="02020603050405020304" pitchFamily="18" charset="0"/>
                <a:cs typeface="Times New Roman" panose="02020603050405020304" pitchFamily="18" charset="0"/>
              </a:rPr>
              <a:t>Delay Analysis</a:t>
            </a:r>
          </a:p>
        </c:rich>
      </c:tx>
      <c:overlay val="0"/>
      <c:spPr>
        <a:noFill/>
        <a:ln>
          <a:noFill/>
        </a:ln>
        <a:effectLst/>
      </c:spPr>
      <c:txPr>
        <a:bodyPr rot="0" spcFirstLastPara="1" vertOverflow="ellipsis" vert="horz" wrap="square" anchor="ctr" anchorCtr="1"/>
        <a:lstStyle/>
        <a:p>
          <a:pPr>
            <a:defRPr sz="1800" b="1" i="0" u="none" strike="noStrike" kern="1200" cap="none" spc="0" normalizeH="0" baseline="0">
              <a:solidFill>
                <a:schemeClr val="tx1"/>
              </a:solidFill>
              <a:latin typeface="Times New Roman" panose="02020603050405020304" pitchFamily="18" charset="0"/>
              <a:ea typeface="+mj-ea"/>
              <a:cs typeface="Times New Roman" panose="02020603050405020304" pitchFamily="18" charset="0"/>
            </a:defRPr>
          </a:pPr>
          <a:endParaRPr lang="en-US"/>
        </a:p>
      </c:txPr>
    </c:title>
    <c:autoTitleDeleted val="0"/>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5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Sheet1!$A$2:$A$4</c:f>
              <c:strCache>
                <c:ptCount val="3"/>
                <c:pt idx="0">
                  <c:v>Decimal Matrix Code</c:v>
                </c:pt>
                <c:pt idx="1">
                  <c:v>Bit Manipulation</c:v>
                </c:pt>
                <c:pt idx="2">
                  <c:v>IRMC (proposed)</c:v>
                </c:pt>
              </c:strCache>
            </c:strRef>
          </c:cat>
          <c:val>
            <c:numRef>
              <c:f>Sheet1!$B$2:$B$4</c:f>
              <c:numCache>
                <c:formatCode>General</c:formatCode>
                <c:ptCount val="3"/>
                <c:pt idx="0">
                  <c:v>8.4920000000000009</c:v>
                </c:pt>
                <c:pt idx="1">
                  <c:v>5.6989999999999998</c:v>
                </c:pt>
                <c:pt idx="2">
                  <c:v>3.5</c:v>
                </c:pt>
              </c:numCache>
            </c:numRef>
          </c:val>
          <c:extLst>
            <c:ext xmlns:c16="http://schemas.microsoft.com/office/drawing/2014/chart" uri="{C3380CC4-5D6E-409C-BE32-E72D297353CC}">
              <c16:uniqueId val="{00000000-4244-400E-9A62-88151560B326}"/>
            </c:ext>
          </c:extLst>
        </c:ser>
        <c:dLbls>
          <c:dLblPos val="outEnd"/>
          <c:showLegendKey val="0"/>
          <c:showVal val="1"/>
          <c:showCatName val="0"/>
          <c:showSerName val="0"/>
          <c:showPercent val="0"/>
          <c:showBubbleSize val="0"/>
        </c:dLbls>
        <c:gapWidth val="199"/>
        <c:axId val="-2033008160"/>
        <c:axId val="-2033005440"/>
      </c:barChart>
      <c:catAx>
        <c:axId val="-2033008160"/>
        <c:scaling>
          <c:orientation val="minMax"/>
        </c:scaling>
        <c:delete val="0"/>
        <c:axPos val="b"/>
        <c:title>
          <c:tx>
            <c:rich>
              <a:bodyPr rot="0" spcFirstLastPara="1" vertOverflow="ellipsis" vert="horz" wrap="square" anchor="ctr" anchorCtr="1"/>
              <a:lstStyle/>
              <a:p>
                <a:pPr>
                  <a:defRPr sz="1400" b="1" i="0" u="none" strike="noStrike" kern="1200" cap="all"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latin typeface="Times New Roman" panose="02020603050405020304" pitchFamily="18" charset="0"/>
                    <a:cs typeface="Times New Roman" panose="02020603050405020304" pitchFamily="18" charset="0"/>
                  </a:rPr>
                  <a:t>Type of Algorithm</a:t>
                </a:r>
                <a:endParaRPr lang="en-IN" sz="1400" b="1">
                  <a:solidFill>
                    <a:schemeClr val="tx1"/>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1" i="0" u="none" strike="noStrike" kern="1200" cap="all"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300" b="1" i="0" u="none" strike="noStrike" kern="1200" cap="none" spc="0" normalizeH="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33005440"/>
        <c:crosses val="autoZero"/>
        <c:auto val="1"/>
        <c:lblAlgn val="ctr"/>
        <c:lblOffset val="100"/>
        <c:noMultiLvlLbl val="0"/>
      </c:catAx>
      <c:valAx>
        <c:axId val="-2033005440"/>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400" b="1" i="0" u="none" strike="noStrike" kern="1200" cap="all"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latin typeface="Times New Roman" panose="02020603050405020304" pitchFamily="18" charset="0"/>
                    <a:cs typeface="Times New Roman" panose="02020603050405020304" pitchFamily="18" charset="0"/>
                  </a:rPr>
                  <a:t>Delay (nano Seconds)</a:t>
                </a:r>
                <a:endParaRPr lang="en-IN" sz="1400" b="1">
                  <a:solidFill>
                    <a:schemeClr val="tx1"/>
                  </a:solidFill>
                  <a:latin typeface="Times New Roman" panose="02020603050405020304" pitchFamily="18" charset="0"/>
                  <a:cs typeface="Times New Roman" panose="02020603050405020304" pitchFamily="18" charset="0"/>
                </a:endParaRPr>
              </a:p>
            </c:rich>
          </c:tx>
          <c:overlay val="0"/>
          <c:spPr>
            <a:noFill/>
            <a:ln>
              <a:noFill/>
            </a:ln>
            <a:effectLst/>
          </c:spPr>
          <c:txPr>
            <a:bodyPr rot="-5400000" spcFirstLastPara="1" vertOverflow="ellipsis" vert="horz" wrap="square" anchor="ctr" anchorCtr="1"/>
            <a:lstStyle/>
            <a:p>
              <a:pPr>
                <a:defRPr sz="1400" b="1" i="0" u="none" strike="noStrike" kern="1200" cap="all" baseline="0">
                  <a:solidFill>
                    <a:schemeClr val="tx1"/>
                  </a:solidFill>
                  <a:latin typeface="Times New Roman" panose="02020603050405020304" pitchFamily="18" charset="0"/>
                  <a:ea typeface="+mn-ea"/>
                  <a:cs typeface="Times New Roman" panose="02020603050405020304" pitchFamily="18"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3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3300816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4.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05T09:06:34.163"/>
    </inkml:context>
    <inkml:brush xml:id="br0">
      <inkml:brushProperty name="width" value="0.1" units="cm"/>
      <inkml:brushProperty name="height" value="0.1" units="cm"/>
      <inkml:brushProperty name="color" value="#AE198D"/>
      <inkml:brushProperty name="inkEffects" value="galaxy"/>
      <inkml:brushProperty name="anchorX" value="-34462.9375"/>
      <inkml:brushProperty name="anchorY" value="-905.01239"/>
      <inkml:brushProperty name="scaleFactor" value="0.5"/>
    </inkml:brush>
  </inkml:definitions>
  <inkml:trace contextRef="#ctx0" brushRef="#br0">1 0 24575,'0'0'0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5T15:44:47.267"/>
    </inkml:context>
    <inkml:brush xml:id="br0">
      <inkml:brushProperty name="width" value="0.05" units="cm"/>
      <inkml:brushProperty name="height" value="0.05" units="cm"/>
      <inkml:brushProperty name="color" value="#849398"/>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5T15:45:06.294"/>
    </inkml:context>
    <inkml:brush xml:id="br0">
      <inkml:brushProperty name="width" value="0.05" units="cm"/>
      <inkml:brushProperty name="height" value="0.05" units="cm"/>
      <inkml:brushProperty name="color" value="#849398"/>
    </inkml:brush>
  </inkml:definitions>
  <inkml:trace contextRef="#ctx0" brushRef="#br0">1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5T15:45:07.555"/>
    </inkml:context>
    <inkml:brush xml:id="br0">
      <inkml:brushProperty name="width" value="0.05" units="cm"/>
      <inkml:brushProperty name="height" value="0.05" units="cm"/>
      <inkml:brushProperty name="color" value="#849398"/>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5T15:45:08.549"/>
    </inkml:context>
    <inkml:brush xml:id="br0">
      <inkml:brushProperty name="width" value="0.05" units="cm"/>
      <inkml:brushProperty name="height" value="0.05" units="cm"/>
      <inkml:brushProperty name="color" value="#849398"/>
    </inkml:brush>
  </inkml:definitions>
  <inkml:trace contextRef="#ctx0" brushRef="#br0">0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5T15:45:09.361"/>
    </inkml:context>
    <inkml:brush xml:id="br0">
      <inkml:brushProperty name="width" value="0.05" units="cm"/>
      <inkml:brushProperty name="height" value="0.05" units="cm"/>
      <inkml:brushProperty name="color" value="#849398"/>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5T15:45:09.712"/>
    </inkml:context>
    <inkml:brush xml:id="br0">
      <inkml:brushProperty name="width" value="0.05" units="cm"/>
      <inkml:brushProperty name="height" value="0.05" units="cm"/>
      <inkml:brushProperty name="color" value="#849398"/>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8F3EB-1C36-4F22-8CC0-DB2EE1A71340}" type="datetimeFigureOut">
              <a:rPr lang="en-IN" smtClean="0"/>
              <a:t>12-05-2023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C43A5C-D7EC-4F18-9110-F3680BD53387}" type="slidenum">
              <a:rPr lang="en-IN" smtClean="0"/>
              <a:t>‹#›</a:t>
            </a:fld>
            <a:endParaRPr lang="en-IN"/>
          </a:p>
        </p:txBody>
      </p:sp>
    </p:spTree>
    <p:extLst>
      <p:ext uri="{BB962C8B-B14F-4D97-AF65-F5344CB8AC3E}">
        <p14:creationId xmlns:p14="http://schemas.microsoft.com/office/powerpoint/2010/main" val="3941406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3C43A5C-D7EC-4F18-9110-F3680BD53387}" type="slidenum">
              <a:rPr lang="en-IN" smtClean="0"/>
              <a:t>36</a:t>
            </a:fld>
            <a:endParaRPr lang="en-IN"/>
          </a:p>
        </p:txBody>
      </p:sp>
    </p:spTree>
    <p:extLst>
      <p:ext uri="{BB962C8B-B14F-4D97-AF65-F5344CB8AC3E}">
        <p14:creationId xmlns:p14="http://schemas.microsoft.com/office/powerpoint/2010/main" val="1573989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9C615-75F7-FCF5-8643-55CEAC2B6E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F90EC51-D6DB-5425-7AD8-10ED9E4039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0D736BE-EBBB-3325-86B3-9995B9B4B36B}"/>
              </a:ext>
            </a:extLst>
          </p:cNvPr>
          <p:cNvSpPr>
            <a:spLocks noGrp="1"/>
          </p:cNvSpPr>
          <p:nvPr>
            <p:ph type="dt" sz="half" idx="10"/>
          </p:nvPr>
        </p:nvSpPr>
        <p:spPr/>
        <p:txBody>
          <a:bodyPr/>
          <a:lstStyle/>
          <a:p>
            <a:fld id="{60D448E9-6883-4F4D-9A9A-6F6256ADCDC9}" type="datetimeFigureOut">
              <a:rPr lang="en-IN" smtClean="0"/>
              <a:t>12-05-2023</a:t>
            </a:fld>
            <a:endParaRPr lang="en-IN"/>
          </a:p>
        </p:txBody>
      </p:sp>
      <p:sp>
        <p:nvSpPr>
          <p:cNvPr id="5" name="Footer Placeholder 4">
            <a:extLst>
              <a:ext uri="{FF2B5EF4-FFF2-40B4-BE49-F238E27FC236}">
                <a16:creationId xmlns:a16="http://schemas.microsoft.com/office/drawing/2014/main" id="{6DA78FA2-BDEB-3F68-F626-0535020539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C5C4F8-4448-C4E8-17B6-8FA27028D8FA}"/>
              </a:ext>
            </a:extLst>
          </p:cNvPr>
          <p:cNvSpPr>
            <a:spLocks noGrp="1"/>
          </p:cNvSpPr>
          <p:nvPr>
            <p:ph type="sldNum" sz="quarter" idx="12"/>
          </p:nvPr>
        </p:nvSpPr>
        <p:spPr/>
        <p:txBody>
          <a:bodyPr/>
          <a:lstStyle/>
          <a:p>
            <a:fld id="{2A4DF1E2-E18B-48E4-BFED-452AF5DAC999}" type="slidenum">
              <a:rPr lang="en-IN" smtClean="0"/>
              <a:t>‹#›</a:t>
            </a:fld>
            <a:endParaRPr lang="en-IN"/>
          </a:p>
        </p:txBody>
      </p:sp>
    </p:spTree>
    <p:extLst>
      <p:ext uri="{BB962C8B-B14F-4D97-AF65-F5344CB8AC3E}">
        <p14:creationId xmlns:p14="http://schemas.microsoft.com/office/powerpoint/2010/main" val="3554984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56725-4FBF-63F9-5973-F122BC6D58B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A0C2A8-FC49-1B33-0F29-6DFA331BE67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CE1E24-85DF-9A49-5820-691F7308B614}"/>
              </a:ext>
            </a:extLst>
          </p:cNvPr>
          <p:cNvSpPr>
            <a:spLocks noGrp="1"/>
          </p:cNvSpPr>
          <p:nvPr>
            <p:ph type="dt" sz="half" idx="10"/>
          </p:nvPr>
        </p:nvSpPr>
        <p:spPr/>
        <p:txBody>
          <a:bodyPr/>
          <a:lstStyle/>
          <a:p>
            <a:fld id="{60D448E9-6883-4F4D-9A9A-6F6256ADCDC9}" type="datetimeFigureOut">
              <a:rPr lang="en-IN" smtClean="0"/>
              <a:t>12-05-2023</a:t>
            </a:fld>
            <a:endParaRPr lang="en-IN"/>
          </a:p>
        </p:txBody>
      </p:sp>
      <p:sp>
        <p:nvSpPr>
          <p:cNvPr id="5" name="Footer Placeholder 4">
            <a:extLst>
              <a:ext uri="{FF2B5EF4-FFF2-40B4-BE49-F238E27FC236}">
                <a16:creationId xmlns:a16="http://schemas.microsoft.com/office/drawing/2014/main" id="{E9F08AAE-6BE3-164D-0CE6-5ACEAFDCC7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BA9032-88AC-5357-CE0A-54BAA0A67237}"/>
              </a:ext>
            </a:extLst>
          </p:cNvPr>
          <p:cNvSpPr>
            <a:spLocks noGrp="1"/>
          </p:cNvSpPr>
          <p:nvPr>
            <p:ph type="sldNum" sz="quarter" idx="12"/>
          </p:nvPr>
        </p:nvSpPr>
        <p:spPr/>
        <p:txBody>
          <a:bodyPr/>
          <a:lstStyle/>
          <a:p>
            <a:fld id="{2A4DF1E2-E18B-48E4-BFED-452AF5DAC999}" type="slidenum">
              <a:rPr lang="en-IN" smtClean="0"/>
              <a:t>‹#›</a:t>
            </a:fld>
            <a:endParaRPr lang="en-IN"/>
          </a:p>
        </p:txBody>
      </p:sp>
    </p:spTree>
    <p:extLst>
      <p:ext uri="{BB962C8B-B14F-4D97-AF65-F5344CB8AC3E}">
        <p14:creationId xmlns:p14="http://schemas.microsoft.com/office/powerpoint/2010/main" val="589287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5E70E-9AFB-258F-E471-D5710CF6AC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9873D8F-97CF-D74A-6A8E-1FC3C77B3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B31AFEA-3767-1425-993F-1EE9CCB5FB6F}"/>
              </a:ext>
            </a:extLst>
          </p:cNvPr>
          <p:cNvSpPr>
            <a:spLocks noGrp="1"/>
          </p:cNvSpPr>
          <p:nvPr>
            <p:ph type="dt" sz="half" idx="10"/>
          </p:nvPr>
        </p:nvSpPr>
        <p:spPr/>
        <p:txBody>
          <a:bodyPr/>
          <a:lstStyle/>
          <a:p>
            <a:fld id="{60D448E9-6883-4F4D-9A9A-6F6256ADCDC9}" type="datetimeFigureOut">
              <a:rPr lang="en-IN" smtClean="0"/>
              <a:t>12-05-2023</a:t>
            </a:fld>
            <a:endParaRPr lang="en-IN"/>
          </a:p>
        </p:txBody>
      </p:sp>
      <p:sp>
        <p:nvSpPr>
          <p:cNvPr id="5" name="Footer Placeholder 4">
            <a:extLst>
              <a:ext uri="{FF2B5EF4-FFF2-40B4-BE49-F238E27FC236}">
                <a16:creationId xmlns:a16="http://schemas.microsoft.com/office/drawing/2014/main" id="{C81BD64C-2DBE-5B1B-7F22-EB46FEBB25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3627-C463-7691-C4AA-65FBF1A62831}"/>
              </a:ext>
            </a:extLst>
          </p:cNvPr>
          <p:cNvSpPr>
            <a:spLocks noGrp="1"/>
          </p:cNvSpPr>
          <p:nvPr>
            <p:ph type="sldNum" sz="quarter" idx="12"/>
          </p:nvPr>
        </p:nvSpPr>
        <p:spPr/>
        <p:txBody>
          <a:bodyPr/>
          <a:lstStyle/>
          <a:p>
            <a:fld id="{2A4DF1E2-E18B-48E4-BFED-452AF5DAC999}" type="slidenum">
              <a:rPr lang="en-IN" smtClean="0"/>
              <a:t>‹#›</a:t>
            </a:fld>
            <a:endParaRPr lang="en-IN"/>
          </a:p>
        </p:txBody>
      </p:sp>
    </p:spTree>
    <p:extLst>
      <p:ext uri="{BB962C8B-B14F-4D97-AF65-F5344CB8AC3E}">
        <p14:creationId xmlns:p14="http://schemas.microsoft.com/office/powerpoint/2010/main" val="276445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CBD61-B9B8-CC62-D8E6-F765ECE47F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C70464A-2A0A-6935-E079-A4DBAB6BAB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7BA408D-A984-DA8D-3B17-0374860570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C4F2F40-0C66-CB36-039C-D8FD22316624}"/>
              </a:ext>
            </a:extLst>
          </p:cNvPr>
          <p:cNvSpPr>
            <a:spLocks noGrp="1"/>
          </p:cNvSpPr>
          <p:nvPr>
            <p:ph type="dt" sz="half" idx="10"/>
          </p:nvPr>
        </p:nvSpPr>
        <p:spPr/>
        <p:txBody>
          <a:bodyPr/>
          <a:lstStyle/>
          <a:p>
            <a:fld id="{60D448E9-6883-4F4D-9A9A-6F6256ADCDC9}" type="datetimeFigureOut">
              <a:rPr lang="en-IN" smtClean="0"/>
              <a:t>12-05-2023</a:t>
            </a:fld>
            <a:endParaRPr lang="en-IN"/>
          </a:p>
        </p:txBody>
      </p:sp>
      <p:sp>
        <p:nvSpPr>
          <p:cNvPr id="6" name="Footer Placeholder 5">
            <a:extLst>
              <a:ext uri="{FF2B5EF4-FFF2-40B4-BE49-F238E27FC236}">
                <a16:creationId xmlns:a16="http://schemas.microsoft.com/office/drawing/2014/main" id="{C731F267-E9DA-DBB2-4BD8-52C1A26450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CCD64BB-F9A6-4BD0-5DDB-EB0A03EA65E9}"/>
              </a:ext>
            </a:extLst>
          </p:cNvPr>
          <p:cNvSpPr>
            <a:spLocks noGrp="1"/>
          </p:cNvSpPr>
          <p:nvPr>
            <p:ph type="sldNum" sz="quarter" idx="12"/>
          </p:nvPr>
        </p:nvSpPr>
        <p:spPr/>
        <p:txBody>
          <a:bodyPr/>
          <a:lstStyle/>
          <a:p>
            <a:fld id="{2A4DF1E2-E18B-48E4-BFED-452AF5DAC999}" type="slidenum">
              <a:rPr lang="en-IN" smtClean="0"/>
              <a:t>‹#›</a:t>
            </a:fld>
            <a:endParaRPr lang="en-IN"/>
          </a:p>
        </p:txBody>
      </p:sp>
    </p:spTree>
    <p:extLst>
      <p:ext uri="{BB962C8B-B14F-4D97-AF65-F5344CB8AC3E}">
        <p14:creationId xmlns:p14="http://schemas.microsoft.com/office/powerpoint/2010/main" val="698651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0BBED-7C19-C9F7-5F54-C0F37D21AD9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85DE365-F09C-A123-3535-B7F6E63A34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079D05-6152-99CA-F295-005F518785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ED039A5-2B0E-300A-3937-AEAE022ACF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28C439-5CD5-7AED-637D-81D1825A3EE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38C7F1F-C277-B3BD-4CE1-DA9D7462F213}"/>
              </a:ext>
            </a:extLst>
          </p:cNvPr>
          <p:cNvSpPr>
            <a:spLocks noGrp="1"/>
          </p:cNvSpPr>
          <p:nvPr>
            <p:ph type="dt" sz="half" idx="10"/>
          </p:nvPr>
        </p:nvSpPr>
        <p:spPr/>
        <p:txBody>
          <a:bodyPr/>
          <a:lstStyle/>
          <a:p>
            <a:fld id="{60D448E9-6883-4F4D-9A9A-6F6256ADCDC9}" type="datetimeFigureOut">
              <a:rPr lang="en-IN" smtClean="0"/>
              <a:t>12-05-2023</a:t>
            </a:fld>
            <a:endParaRPr lang="en-IN"/>
          </a:p>
        </p:txBody>
      </p:sp>
      <p:sp>
        <p:nvSpPr>
          <p:cNvPr id="8" name="Footer Placeholder 7">
            <a:extLst>
              <a:ext uri="{FF2B5EF4-FFF2-40B4-BE49-F238E27FC236}">
                <a16:creationId xmlns:a16="http://schemas.microsoft.com/office/drawing/2014/main" id="{E7BDAA25-A258-6495-34A1-F977220A15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75B9E27-4743-B133-9D49-9C53C2EA337D}"/>
              </a:ext>
            </a:extLst>
          </p:cNvPr>
          <p:cNvSpPr>
            <a:spLocks noGrp="1"/>
          </p:cNvSpPr>
          <p:nvPr>
            <p:ph type="sldNum" sz="quarter" idx="12"/>
          </p:nvPr>
        </p:nvSpPr>
        <p:spPr/>
        <p:txBody>
          <a:bodyPr/>
          <a:lstStyle/>
          <a:p>
            <a:fld id="{2A4DF1E2-E18B-48E4-BFED-452AF5DAC999}" type="slidenum">
              <a:rPr lang="en-IN" smtClean="0"/>
              <a:t>‹#›</a:t>
            </a:fld>
            <a:endParaRPr lang="en-IN"/>
          </a:p>
        </p:txBody>
      </p:sp>
    </p:spTree>
    <p:extLst>
      <p:ext uri="{BB962C8B-B14F-4D97-AF65-F5344CB8AC3E}">
        <p14:creationId xmlns:p14="http://schemas.microsoft.com/office/powerpoint/2010/main" val="684890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97FDF-0EAE-1020-46C9-D6C4A82A38B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EC6B4C2-F9CF-2F03-68C3-74D54FFBE1CF}"/>
              </a:ext>
            </a:extLst>
          </p:cNvPr>
          <p:cNvSpPr>
            <a:spLocks noGrp="1"/>
          </p:cNvSpPr>
          <p:nvPr>
            <p:ph type="dt" sz="half" idx="10"/>
          </p:nvPr>
        </p:nvSpPr>
        <p:spPr/>
        <p:txBody>
          <a:bodyPr/>
          <a:lstStyle/>
          <a:p>
            <a:fld id="{60D448E9-6883-4F4D-9A9A-6F6256ADCDC9}" type="datetimeFigureOut">
              <a:rPr lang="en-IN" smtClean="0"/>
              <a:t>12-05-2023</a:t>
            </a:fld>
            <a:endParaRPr lang="en-IN"/>
          </a:p>
        </p:txBody>
      </p:sp>
      <p:sp>
        <p:nvSpPr>
          <p:cNvPr id="4" name="Footer Placeholder 3">
            <a:extLst>
              <a:ext uri="{FF2B5EF4-FFF2-40B4-BE49-F238E27FC236}">
                <a16:creationId xmlns:a16="http://schemas.microsoft.com/office/drawing/2014/main" id="{969163D1-015C-C052-9C29-E223FD3A6D0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A766435-A352-9934-204B-676BD6D00067}"/>
              </a:ext>
            </a:extLst>
          </p:cNvPr>
          <p:cNvSpPr>
            <a:spLocks noGrp="1"/>
          </p:cNvSpPr>
          <p:nvPr>
            <p:ph type="sldNum" sz="quarter" idx="12"/>
          </p:nvPr>
        </p:nvSpPr>
        <p:spPr/>
        <p:txBody>
          <a:bodyPr/>
          <a:lstStyle/>
          <a:p>
            <a:fld id="{2A4DF1E2-E18B-48E4-BFED-452AF5DAC999}" type="slidenum">
              <a:rPr lang="en-IN" smtClean="0"/>
              <a:t>‹#›</a:t>
            </a:fld>
            <a:endParaRPr lang="en-IN"/>
          </a:p>
        </p:txBody>
      </p:sp>
    </p:spTree>
    <p:extLst>
      <p:ext uri="{BB962C8B-B14F-4D97-AF65-F5344CB8AC3E}">
        <p14:creationId xmlns:p14="http://schemas.microsoft.com/office/powerpoint/2010/main" val="1133987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6EFC1C-8C5A-E1F1-0270-0AD0610510D8}"/>
              </a:ext>
            </a:extLst>
          </p:cNvPr>
          <p:cNvSpPr>
            <a:spLocks noGrp="1"/>
          </p:cNvSpPr>
          <p:nvPr>
            <p:ph type="dt" sz="half" idx="10"/>
          </p:nvPr>
        </p:nvSpPr>
        <p:spPr/>
        <p:txBody>
          <a:bodyPr/>
          <a:lstStyle/>
          <a:p>
            <a:fld id="{60D448E9-6883-4F4D-9A9A-6F6256ADCDC9}" type="datetimeFigureOut">
              <a:rPr lang="en-IN" smtClean="0"/>
              <a:t>12-05-2023</a:t>
            </a:fld>
            <a:endParaRPr lang="en-IN"/>
          </a:p>
        </p:txBody>
      </p:sp>
      <p:sp>
        <p:nvSpPr>
          <p:cNvPr id="3" name="Footer Placeholder 2">
            <a:extLst>
              <a:ext uri="{FF2B5EF4-FFF2-40B4-BE49-F238E27FC236}">
                <a16:creationId xmlns:a16="http://schemas.microsoft.com/office/drawing/2014/main" id="{E69B47F6-4BAD-D71F-E54D-B96D15D4CF7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CF77145-19DD-73C4-9C85-2F8B45F167E3}"/>
              </a:ext>
            </a:extLst>
          </p:cNvPr>
          <p:cNvSpPr>
            <a:spLocks noGrp="1"/>
          </p:cNvSpPr>
          <p:nvPr>
            <p:ph type="sldNum" sz="quarter" idx="12"/>
          </p:nvPr>
        </p:nvSpPr>
        <p:spPr/>
        <p:txBody>
          <a:bodyPr/>
          <a:lstStyle/>
          <a:p>
            <a:fld id="{2A4DF1E2-E18B-48E4-BFED-452AF5DAC999}" type="slidenum">
              <a:rPr lang="en-IN" smtClean="0"/>
              <a:t>‹#›</a:t>
            </a:fld>
            <a:endParaRPr lang="en-IN"/>
          </a:p>
        </p:txBody>
      </p:sp>
    </p:spTree>
    <p:extLst>
      <p:ext uri="{BB962C8B-B14F-4D97-AF65-F5344CB8AC3E}">
        <p14:creationId xmlns:p14="http://schemas.microsoft.com/office/powerpoint/2010/main" val="858841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B66EB-CC9B-1E12-D0EE-FB47BEC67D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FF9F153-6613-607D-FA9E-1DDACB7B52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0E65483-C0F6-4F87-AE25-6AD091B486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93B942-AA27-FFFF-8120-F539A1133DA9}"/>
              </a:ext>
            </a:extLst>
          </p:cNvPr>
          <p:cNvSpPr>
            <a:spLocks noGrp="1"/>
          </p:cNvSpPr>
          <p:nvPr>
            <p:ph type="dt" sz="half" idx="10"/>
          </p:nvPr>
        </p:nvSpPr>
        <p:spPr/>
        <p:txBody>
          <a:bodyPr/>
          <a:lstStyle/>
          <a:p>
            <a:fld id="{60D448E9-6883-4F4D-9A9A-6F6256ADCDC9}" type="datetimeFigureOut">
              <a:rPr lang="en-IN" smtClean="0"/>
              <a:t>12-05-2023</a:t>
            </a:fld>
            <a:endParaRPr lang="en-IN"/>
          </a:p>
        </p:txBody>
      </p:sp>
      <p:sp>
        <p:nvSpPr>
          <p:cNvPr id="6" name="Footer Placeholder 5">
            <a:extLst>
              <a:ext uri="{FF2B5EF4-FFF2-40B4-BE49-F238E27FC236}">
                <a16:creationId xmlns:a16="http://schemas.microsoft.com/office/drawing/2014/main" id="{A79A5736-9106-E024-7EFC-E5DC606C3C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678699-43E4-E7AB-AABA-CA4DFF6D13A2}"/>
              </a:ext>
            </a:extLst>
          </p:cNvPr>
          <p:cNvSpPr>
            <a:spLocks noGrp="1"/>
          </p:cNvSpPr>
          <p:nvPr>
            <p:ph type="sldNum" sz="quarter" idx="12"/>
          </p:nvPr>
        </p:nvSpPr>
        <p:spPr/>
        <p:txBody>
          <a:bodyPr/>
          <a:lstStyle/>
          <a:p>
            <a:fld id="{2A4DF1E2-E18B-48E4-BFED-452AF5DAC999}" type="slidenum">
              <a:rPr lang="en-IN" smtClean="0"/>
              <a:t>‹#›</a:t>
            </a:fld>
            <a:endParaRPr lang="en-IN"/>
          </a:p>
        </p:txBody>
      </p:sp>
    </p:spTree>
    <p:extLst>
      <p:ext uri="{BB962C8B-B14F-4D97-AF65-F5344CB8AC3E}">
        <p14:creationId xmlns:p14="http://schemas.microsoft.com/office/powerpoint/2010/main" val="1488803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275EA-E7D2-E1EC-B826-1363BA4DCF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5DDEE8-51E2-770E-BBD5-A7093696336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01FC09B-95C5-A101-DAD8-0443E24B7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1C62F3-88F3-6B9A-16AC-E79F0F2A44E6}"/>
              </a:ext>
            </a:extLst>
          </p:cNvPr>
          <p:cNvSpPr>
            <a:spLocks noGrp="1"/>
          </p:cNvSpPr>
          <p:nvPr>
            <p:ph type="dt" sz="half" idx="10"/>
          </p:nvPr>
        </p:nvSpPr>
        <p:spPr/>
        <p:txBody>
          <a:bodyPr/>
          <a:lstStyle/>
          <a:p>
            <a:fld id="{60D448E9-6883-4F4D-9A9A-6F6256ADCDC9}" type="datetimeFigureOut">
              <a:rPr lang="en-IN" smtClean="0"/>
              <a:t>12-05-2023</a:t>
            </a:fld>
            <a:endParaRPr lang="en-IN"/>
          </a:p>
        </p:txBody>
      </p:sp>
      <p:sp>
        <p:nvSpPr>
          <p:cNvPr id="6" name="Footer Placeholder 5">
            <a:extLst>
              <a:ext uri="{FF2B5EF4-FFF2-40B4-BE49-F238E27FC236}">
                <a16:creationId xmlns:a16="http://schemas.microsoft.com/office/drawing/2014/main" id="{CE3DBFA2-C47F-D232-B1CB-293CEB0E106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DAAFFC-1BE8-C747-2BE5-C7B0F14A4629}"/>
              </a:ext>
            </a:extLst>
          </p:cNvPr>
          <p:cNvSpPr>
            <a:spLocks noGrp="1"/>
          </p:cNvSpPr>
          <p:nvPr>
            <p:ph type="sldNum" sz="quarter" idx="12"/>
          </p:nvPr>
        </p:nvSpPr>
        <p:spPr/>
        <p:txBody>
          <a:bodyPr/>
          <a:lstStyle/>
          <a:p>
            <a:fld id="{2A4DF1E2-E18B-48E4-BFED-452AF5DAC999}" type="slidenum">
              <a:rPr lang="en-IN" smtClean="0"/>
              <a:t>‹#›</a:t>
            </a:fld>
            <a:endParaRPr lang="en-IN"/>
          </a:p>
        </p:txBody>
      </p:sp>
    </p:spTree>
    <p:extLst>
      <p:ext uri="{BB962C8B-B14F-4D97-AF65-F5344CB8AC3E}">
        <p14:creationId xmlns:p14="http://schemas.microsoft.com/office/powerpoint/2010/main" val="1316683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C9309-A79A-0034-3A36-42D67A12A0E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6CACD8-5FAA-8302-07EA-ACD2258800D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E13983-C571-B102-5A2A-89D83AD34C70}"/>
              </a:ext>
            </a:extLst>
          </p:cNvPr>
          <p:cNvSpPr>
            <a:spLocks noGrp="1"/>
          </p:cNvSpPr>
          <p:nvPr>
            <p:ph type="dt" sz="half" idx="10"/>
          </p:nvPr>
        </p:nvSpPr>
        <p:spPr/>
        <p:txBody>
          <a:bodyPr/>
          <a:lstStyle/>
          <a:p>
            <a:fld id="{60D448E9-6883-4F4D-9A9A-6F6256ADCDC9}" type="datetimeFigureOut">
              <a:rPr lang="en-IN" smtClean="0"/>
              <a:t>12-05-2023</a:t>
            </a:fld>
            <a:endParaRPr lang="en-IN"/>
          </a:p>
        </p:txBody>
      </p:sp>
      <p:sp>
        <p:nvSpPr>
          <p:cNvPr id="5" name="Footer Placeholder 4">
            <a:extLst>
              <a:ext uri="{FF2B5EF4-FFF2-40B4-BE49-F238E27FC236}">
                <a16:creationId xmlns:a16="http://schemas.microsoft.com/office/drawing/2014/main" id="{EB1DF666-9953-750D-8E1C-C726981600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0A37B4-FEFB-CD21-DBD3-98490CC48DBD}"/>
              </a:ext>
            </a:extLst>
          </p:cNvPr>
          <p:cNvSpPr>
            <a:spLocks noGrp="1"/>
          </p:cNvSpPr>
          <p:nvPr>
            <p:ph type="sldNum" sz="quarter" idx="12"/>
          </p:nvPr>
        </p:nvSpPr>
        <p:spPr/>
        <p:txBody>
          <a:bodyPr/>
          <a:lstStyle/>
          <a:p>
            <a:fld id="{2A4DF1E2-E18B-48E4-BFED-452AF5DAC999}" type="slidenum">
              <a:rPr lang="en-IN" smtClean="0"/>
              <a:t>‹#›</a:t>
            </a:fld>
            <a:endParaRPr lang="en-IN"/>
          </a:p>
        </p:txBody>
      </p:sp>
    </p:spTree>
    <p:extLst>
      <p:ext uri="{BB962C8B-B14F-4D97-AF65-F5344CB8AC3E}">
        <p14:creationId xmlns:p14="http://schemas.microsoft.com/office/powerpoint/2010/main" val="17772030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7780A9-EFAE-7671-1933-E489A79356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C737CD9-D5E7-7D11-09D7-A7E7D883CE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DA4E52-4264-C408-2482-0AF09C905226}"/>
              </a:ext>
            </a:extLst>
          </p:cNvPr>
          <p:cNvSpPr>
            <a:spLocks noGrp="1"/>
          </p:cNvSpPr>
          <p:nvPr>
            <p:ph type="dt" sz="half" idx="10"/>
          </p:nvPr>
        </p:nvSpPr>
        <p:spPr/>
        <p:txBody>
          <a:bodyPr/>
          <a:lstStyle/>
          <a:p>
            <a:fld id="{60D448E9-6883-4F4D-9A9A-6F6256ADCDC9}" type="datetimeFigureOut">
              <a:rPr lang="en-IN" smtClean="0"/>
              <a:t>12-05-2023</a:t>
            </a:fld>
            <a:endParaRPr lang="en-IN"/>
          </a:p>
        </p:txBody>
      </p:sp>
      <p:sp>
        <p:nvSpPr>
          <p:cNvPr id="5" name="Footer Placeholder 4">
            <a:extLst>
              <a:ext uri="{FF2B5EF4-FFF2-40B4-BE49-F238E27FC236}">
                <a16:creationId xmlns:a16="http://schemas.microsoft.com/office/drawing/2014/main" id="{67EFA31E-A870-AE9F-41A6-07A59A2AA4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A79D79-A5E3-E828-3D53-2EFF4CA4224B}"/>
              </a:ext>
            </a:extLst>
          </p:cNvPr>
          <p:cNvSpPr>
            <a:spLocks noGrp="1"/>
          </p:cNvSpPr>
          <p:nvPr>
            <p:ph type="sldNum" sz="quarter" idx="12"/>
          </p:nvPr>
        </p:nvSpPr>
        <p:spPr/>
        <p:txBody>
          <a:bodyPr/>
          <a:lstStyle/>
          <a:p>
            <a:fld id="{2A4DF1E2-E18B-48E4-BFED-452AF5DAC999}" type="slidenum">
              <a:rPr lang="en-IN" smtClean="0"/>
              <a:t>‹#›</a:t>
            </a:fld>
            <a:endParaRPr lang="en-IN"/>
          </a:p>
        </p:txBody>
      </p:sp>
    </p:spTree>
    <p:extLst>
      <p:ext uri="{BB962C8B-B14F-4D97-AF65-F5344CB8AC3E}">
        <p14:creationId xmlns:p14="http://schemas.microsoft.com/office/powerpoint/2010/main" val="2667773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4342DC-B118-1360-8EF4-C9AE47CBC4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4FE7302-0149-604B-8266-7A4386EF69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222E1BF-CF44-A3EB-16C3-38D171742B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D448E9-6883-4F4D-9A9A-6F6256ADCDC9}" type="datetimeFigureOut">
              <a:rPr lang="en-IN" smtClean="0"/>
              <a:t>12-05-2023</a:t>
            </a:fld>
            <a:endParaRPr lang="en-IN"/>
          </a:p>
        </p:txBody>
      </p:sp>
      <p:sp>
        <p:nvSpPr>
          <p:cNvPr id="5" name="Footer Placeholder 4">
            <a:extLst>
              <a:ext uri="{FF2B5EF4-FFF2-40B4-BE49-F238E27FC236}">
                <a16:creationId xmlns:a16="http://schemas.microsoft.com/office/drawing/2014/main" id="{0FE2C4C6-B8F9-2817-8CEF-A28E4B75BC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FF69F09-8843-9C14-2F23-6E9242EE67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4DF1E2-E18B-48E4-BFED-452AF5DAC999}" type="slidenum">
              <a:rPr lang="en-IN" smtClean="0"/>
              <a:t>‹#›</a:t>
            </a:fld>
            <a:endParaRPr lang="en-IN"/>
          </a:p>
        </p:txBody>
      </p:sp>
    </p:spTree>
    <p:extLst>
      <p:ext uri="{BB962C8B-B14F-4D97-AF65-F5344CB8AC3E}">
        <p14:creationId xmlns:p14="http://schemas.microsoft.com/office/powerpoint/2010/main" val="2099477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3.png"/><Relationship Id="rId7" Type="http://schemas.openxmlformats.org/officeDocument/2006/relationships/customXml" Target="../ink/ink7.xml"/><Relationship Id="rId2" Type="http://schemas.openxmlformats.org/officeDocument/2006/relationships/customXml" Target="../ink/ink3.xml"/><Relationship Id="rId1" Type="http://schemas.openxmlformats.org/officeDocument/2006/relationships/slideLayout" Target="../slideLayouts/slideLayout2.xml"/><Relationship Id="rId6" Type="http://schemas.openxmlformats.org/officeDocument/2006/relationships/customXml" Target="../ink/ink6.xml"/><Relationship Id="rId5" Type="http://schemas.openxmlformats.org/officeDocument/2006/relationships/customXml" Target="../ink/ink5.xml"/><Relationship Id="rId4" Type="http://schemas.openxmlformats.org/officeDocument/2006/relationships/customXml" Target="../ink/ink4.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3"/>
          <p:cNvSpPr>
            <a:spLocks noChangeArrowheads="1"/>
          </p:cNvSpPr>
          <p:nvPr/>
        </p:nvSpPr>
        <p:spPr bwMode="auto">
          <a:xfrm>
            <a:off x="1676401" y="510580"/>
            <a:ext cx="8839198" cy="1044243"/>
          </a:xfrm>
          <a:prstGeom prst="rect">
            <a:avLst/>
          </a:prstGeom>
          <a:solidFill>
            <a:schemeClr val="bg1"/>
          </a:solidFill>
          <a:ln w="9525">
            <a:noFill/>
            <a:miter lim="800000"/>
            <a:headEnd/>
            <a:tailEnd/>
          </a:ln>
        </p:spPr>
        <p:txBody>
          <a:bodyPr wrap="square" lIns="58783" tIns="29392" rIns="58783" bIns="29392">
            <a:spAutoFit/>
          </a:bodyPr>
          <a:lstStyle/>
          <a:p>
            <a:pPr algn="ctr"/>
            <a:r>
              <a:rPr lang="en-US" sz="3200" b="1" dirty="0">
                <a:latin typeface="Times New Roman" panose="02020603050405020304" pitchFamily="18" charset="0"/>
                <a:cs typeface="Times New Roman" panose="02020603050405020304" pitchFamily="18" charset="0"/>
              </a:rPr>
              <a:t>Error detection and Correction using Improved Redundant Matrix code </a:t>
            </a:r>
            <a:endParaRPr lang="en-IN" sz="3200" dirty="0">
              <a:latin typeface="Times New Roman" panose="02020603050405020304" pitchFamily="18" charset="0"/>
              <a:cs typeface="Times New Roman" panose="02020603050405020304" pitchFamily="18" charset="0"/>
            </a:endParaRPr>
          </a:p>
        </p:txBody>
      </p:sp>
      <p:sp>
        <p:nvSpPr>
          <p:cNvPr id="13315" name="Rectangle 4"/>
          <p:cNvSpPr>
            <a:spLocks noChangeArrowheads="1"/>
          </p:cNvSpPr>
          <p:nvPr/>
        </p:nvSpPr>
        <p:spPr bwMode="auto">
          <a:xfrm>
            <a:off x="647273" y="3236114"/>
            <a:ext cx="3794589" cy="1167354"/>
          </a:xfrm>
          <a:prstGeom prst="rect">
            <a:avLst/>
          </a:prstGeom>
          <a:noFill/>
          <a:ln w="9525">
            <a:noFill/>
            <a:miter lim="800000"/>
            <a:headEnd/>
            <a:tailEnd/>
          </a:ln>
        </p:spPr>
        <p:txBody>
          <a:bodyPr wrap="square" lIns="58783" tIns="29392" rIns="58783" bIns="29392">
            <a:spAutoFit/>
          </a:bodyPr>
          <a:lstStyle/>
          <a:p>
            <a:pPr algn="ctr"/>
            <a:r>
              <a:rPr lang="en-US" b="1" dirty="0">
                <a:solidFill>
                  <a:schemeClr val="tx1">
                    <a:lumMod val="95000"/>
                    <a:lumOff val="5000"/>
                  </a:schemeClr>
                </a:solidFill>
                <a:latin typeface="Times New Roman" panose="02020603050405020304" pitchFamily="18" charset="0"/>
                <a:cs typeface="Times New Roman" panose="02020603050405020304" pitchFamily="18" charset="0"/>
              </a:rPr>
              <a:t>By</a:t>
            </a:r>
          </a:p>
          <a:p>
            <a:r>
              <a:rPr lang="en-IN" sz="1800" b="1" dirty="0">
                <a:solidFill>
                  <a:srgbClr val="002060"/>
                </a:solidFill>
                <a:latin typeface="Times New Roman" panose="02020603050405020304" pitchFamily="18" charset="0"/>
                <a:cs typeface="Times New Roman" panose="02020603050405020304" pitchFamily="18" charset="0"/>
              </a:rPr>
              <a:t>Uppala Bhargava Sai (19071A04Q8)</a:t>
            </a:r>
          </a:p>
          <a:p>
            <a:r>
              <a:rPr lang="en-IN" sz="1800" b="1" dirty="0">
                <a:solidFill>
                  <a:srgbClr val="002060"/>
                </a:solidFill>
                <a:latin typeface="Times New Roman" panose="02020603050405020304" pitchFamily="18" charset="0"/>
                <a:cs typeface="Times New Roman" panose="02020603050405020304" pitchFamily="18" charset="0"/>
              </a:rPr>
              <a:t>Shaik Sajida (19071A04P6)</a:t>
            </a:r>
          </a:p>
          <a:p>
            <a:r>
              <a:rPr lang="en-IN" sz="1800" b="1" dirty="0">
                <a:solidFill>
                  <a:srgbClr val="002060"/>
                </a:solidFill>
                <a:latin typeface="Times New Roman" panose="02020603050405020304" pitchFamily="18" charset="0"/>
                <a:cs typeface="Times New Roman" panose="02020603050405020304" pitchFamily="18" charset="0"/>
              </a:rPr>
              <a:t>Gutta Karthikeya (19071A04K4)</a:t>
            </a:r>
          </a:p>
        </p:txBody>
      </p:sp>
      <p:sp>
        <p:nvSpPr>
          <p:cNvPr id="13317" name="Rectangle 8"/>
          <p:cNvSpPr>
            <a:spLocks noChangeArrowheads="1"/>
          </p:cNvSpPr>
          <p:nvPr/>
        </p:nvSpPr>
        <p:spPr bwMode="auto">
          <a:xfrm>
            <a:off x="8153401" y="3248167"/>
            <a:ext cx="3446123" cy="1259687"/>
          </a:xfrm>
          <a:prstGeom prst="rect">
            <a:avLst/>
          </a:prstGeom>
          <a:noFill/>
          <a:ln w="9525">
            <a:noFill/>
            <a:miter lim="800000"/>
            <a:headEnd/>
            <a:tailEnd/>
          </a:ln>
        </p:spPr>
        <p:txBody>
          <a:bodyPr wrap="square" lIns="58783" tIns="29392" rIns="58783" bIns="29392">
            <a:spAutoFit/>
          </a:bodyPr>
          <a:lstStyle/>
          <a:p>
            <a:pPr algn="ctr"/>
            <a:r>
              <a:rPr lang="en-US" b="1" dirty="0">
                <a:solidFill>
                  <a:schemeClr val="tx1">
                    <a:lumMod val="95000"/>
                    <a:lumOff val="5000"/>
                  </a:schemeClr>
                </a:solidFill>
                <a:latin typeface="Times New Roman" panose="02020603050405020304" pitchFamily="18" charset="0"/>
                <a:cs typeface="Times New Roman" panose="02020603050405020304" pitchFamily="18" charset="0"/>
              </a:rPr>
              <a:t>Supervisor</a:t>
            </a:r>
            <a:endParaRPr lang="en-US" sz="1600" b="1"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r>
              <a:rPr lang="en-US" sz="2800" b="1" dirty="0">
                <a:solidFill>
                  <a:srgbClr val="002060"/>
                </a:solidFill>
                <a:latin typeface="Times New Roman" panose="02020603050405020304" pitchFamily="18" charset="0"/>
                <a:cs typeface="Times New Roman" panose="02020603050405020304" pitchFamily="18" charset="0"/>
              </a:rPr>
              <a:t>Dr. G.Shanthi</a:t>
            </a:r>
          </a:p>
          <a:p>
            <a:pPr algn="ctr"/>
            <a:r>
              <a:rPr lang="en-US" sz="1600" b="1" dirty="0">
                <a:latin typeface="Times New Roman" panose="02020603050405020304" pitchFamily="18" charset="0"/>
                <a:cs typeface="Times New Roman" panose="02020603050405020304" pitchFamily="18" charset="0"/>
              </a:rPr>
              <a:t>Assistant Professor</a:t>
            </a:r>
          </a:p>
          <a:p>
            <a:pPr algn="ctr"/>
            <a:r>
              <a:rPr lang="en-US" sz="1600" b="1" dirty="0">
                <a:latin typeface="Times New Roman" panose="02020603050405020304" pitchFamily="18" charset="0"/>
                <a:cs typeface="Times New Roman" panose="02020603050405020304" pitchFamily="18" charset="0"/>
              </a:rPr>
              <a:t>Dept. of ECE </a:t>
            </a:r>
            <a:endParaRPr lang="en-IN" sz="1050" b="1" dirty="0">
              <a:latin typeface="Times New Roman" panose="02020603050405020304" pitchFamily="18" charset="0"/>
              <a:cs typeface="Times New Roman" panose="02020603050405020304" pitchFamily="18" charset="0"/>
            </a:endParaRPr>
          </a:p>
        </p:txBody>
      </p:sp>
      <p:sp>
        <p:nvSpPr>
          <p:cNvPr id="6" name="Title 1"/>
          <p:cNvSpPr txBox="1">
            <a:spLocks/>
          </p:cNvSpPr>
          <p:nvPr/>
        </p:nvSpPr>
        <p:spPr>
          <a:xfrm>
            <a:off x="2750906" y="4921473"/>
            <a:ext cx="6858000" cy="1657065"/>
          </a:xfrm>
          <a:prstGeom prst="rect">
            <a:avLst/>
          </a:prstGeom>
        </p:spPr>
        <p:txBody>
          <a:bodyPr vert="horz" lIns="91440" tIns="45720" rIns="91440" bIns="45720" rtlCol="0" anchor="ctr">
            <a:normAutofit/>
          </a:bodyPr>
          <a:lstStyle/>
          <a:p>
            <a:pPr algn="ctr">
              <a:spcBef>
                <a:spcPct val="0"/>
              </a:spcBef>
              <a:defRPr/>
            </a:pPr>
            <a:endParaRPr lang="en-US" sz="2600" dirty="0">
              <a:ea typeface="+mj-ea"/>
              <a:cs typeface="Times New Roman" pitchFamily="18" charset="0"/>
            </a:endParaRPr>
          </a:p>
        </p:txBody>
      </p:sp>
      <p:sp>
        <p:nvSpPr>
          <p:cNvPr id="2" name="TextBox 1"/>
          <p:cNvSpPr txBox="1"/>
          <p:nvPr/>
        </p:nvSpPr>
        <p:spPr>
          <a:xfrm>
            <a:off x="472611" y="152400"/>
            <a:ext cx="3969251"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Major Project Phase-2 Review </a:t>
            </a:r>
          </a:p>
        </p:txBody>
      </p:sp>
      <p:sp>
        <p:nvSpPr>
          <p:cNvPr id="3" name="TextBox 2"/>
          <p:cNvSpPr txBox="1"/>
          <p:nvPr/>
        </p:nvSpPr>
        <p:spPr>
          <a:xfrm>
            <a:off x="9067800" y="143434"/>
            <a:ext cx="1691640" cy="400110"/>
          </a:xfrm>
          <a:prstGeom prst="rect">
            <a:avLst/>
          </a:prstGeom>
          <a:noFill/>
        </p:spPr>
        <p:txBody>
          <a:bodyPr wrap="square" rtlCol="0">
            <a:spAutoFit/>
          </a:bodyPr>
          <a:lstStyle/>
          <a:p>
            <a:r>
              <a:rPr lang="en-IN" sz="2000" b="1" dirty="0">
                <a:solidFill>
                  <a:srgbClr val="0070C0"/>
                </a:solidFill>
                <a:latin typeface="Times New Roman" panose="02020603050405020304" pitchFamily="18" charset="0"/>
                <a:cs typeface="Times New Roman" panose="02020603050405020304" pitchFamily="18" charset="0"/>
              </a:rPr>
              <a:t>12-05-2023</a:t>
            </a:r>
          </a:p>
        </p:txBody>
      </p:sp>
      <p:sp>
        <p:nvSpPr>
          <p:cNvPr id="4" name="Slide Number Placeholder 3"/>
          <p:cNvSpPr>
            <a:spLocks noGrp="1"/>
          </p:cNvSpPr>
          <p:nvPr>
            <p:ph type="sldNum" sz="quarter" idx="12"/>
          </p:nvPr>
        </p:nvSpPr>
        <p:spPr/>
        <p:txBody>
          <a:bodyPr/>
          <a:lstStyle/>
          <a:p>
            <a:fld id="{14747392-DBF7-49E2-BEE1-620F4BA9ADF3}" type="slidenum">
              <a:rPr lang="en-US" smtClean="0"/>
              <a:pPr/>
              <a:t>1</a:t>
            </a:fld>
            <a:endParaRPr lang="en-US" dirty="0"/>
          </a:p>
        </p:txBody>
      </p:sp>
      <p:sp>
        <p:nvSpPr>
          <p:cNvPr id="10" name="Title 1">
            <a:extLst>
              <a:ext uri="{FF2B5EF4-FFF2-40B4-BE49-F238E27FC236}">
                <a16:creationId xmlns:a16="http://schemas.microsoft.com/office/drawing/2014/main" id="{6AC0D14F-9359-4214-9E75-E2CC77B27ACD}"/>
              </a:ext>
            </a:extLst>
          </p:cNvPr>
          <p:cNvSpPr txBox="1">
            <a:spLocks/>
          </p:cNvSpPr>
          <p:nvPr/>
        </p:nvSpPr>
        <p:spPr>
          <a:xfrm>
            <a:off x="760288" y="5181600"/>
            <a:ext cx="10839236" cy="1136812"/>
          </a:xfrm>
          <a:prstGeom prst="rect">
            <a:avLst/>
          </a:prstGeom>
        </p:spPr>
        <p:txBody>
          <a:bodyPr lIns="68580" tIns="34290" rIns="68580" bIns="34290" anchor="ctr"/>
          <a:lstStyle/>
          <a:p>
            <a:pPr algn="ctr">
              <a:defRPr/>
            </a:pPr>
            <a:r>
              <a:rPr lang="en-US" sz="2000" b="1" dirty="0">
                <a:latin typeface="Times New Roman" pitchFamily="18" charset="0"/>
                <a:ea typeface="+mj-ea"/>
                <a:cs typeface="Times New Roman" pitchFamily="18" charset="0"/>
              </a:rPr>
              <a:t>Department of Electronics and Communication Engineering</a:t>
            </a:r>
          </a:p>
          <a:p>
            <a:pPr algn="ctr">
              <a:defRPr/>
            </a:pPr>
            <a:r>
              <a:rPr lang="en-US" sz="2000" dirty="0">
                <a:latin typeface="Times New Roman" panose="02020603050405020304" pitchFamily="18" charset="0"/>
              </a:rPr>
              <a:t>VNR Vignana Jyothi Institute of Engineering and Technology</a:t>
            </a:r>
          </a:p>
          <a:p>
            <a:pPr algn="ctr">
              <a:defRPr/>
            </a:pPr>
            <a:r>
              <a:rPr lang="en-US" sz="2000" dirty="0">
                <a:latin typeface="Times New Roman" pitchFamily="18" charset="0"/>
                <a:ea typeface="+mj-ea"/>
                <a:cs typeface="Times New Roman" pitchFamily="18" charset="0"/>
              </a:rPr>
              <a:t>(NAAC ‘A++’ Grade, Approved by UGC, NIRF(2022) 113 Rank.)</a:t>
            </a:r>
          </a:p>
          <a:p>
            <a:pPr algn="ctr"/>
            <a:r>
              <a:rPr lang="en-US" sz="2000" dirty="0">
                <a:latin typeface="Times New Roman" pitchFamily="18" charset="0"/>
                <a:ea typeface="+mj-ea"/>
                <a:cs typeface="Times New Roman" pitchFamily="18" charset="0"/>
              </a:rPr>
              <a:t> </a:t>
            </a:r>
            <a:r>
              <a:rPr lang="en-IN" sz="2000" dirty="0">
                <a:latin typeface="Times New Roman" panose="02020603050405020304" pitchFamily="18" charset="0"/>
              </a:rPr>
              <a:t>Pragathi Nagar, Nizampet (S.O)Hyderabad - 500 090</a:t>
            </a:r>
            <a:endParaRPr lang="en-IN" sz="2000" dirty="0">
              <a:latin typeface="Arial" panose="020B0604020202020204" pitchFamily="34" charset="0"/>
            </a:endParaRPr>
          </a:p>
        </p:txBody>
      </p:sp>
      <p:pic>
        <p:nvPicPr>
          <p:cNvPr id="5" name="Picture 4">
            <a:extLst>
              <a:ext uri="{FF2B5EF4-FFF2-40B4-BE49-F238E27FC236}">
                <a16:creationId xmlns:a16="http://schemas.microsoft.com/office/drawing/2014/main" id="{66B33C56-2458-909D-F0BF-8826832987E9}"/>
              </a:ext>
            </a:extLst>
          </p:cNvPr>
          <p:cNvPicPr>
            <a:picLocks noChangeAspect="1"/>
          </p:cNvPicPr>
          <p:nvPr/>
        </p:nvPicPr>
        <p:blipFill>
          <a:blip r:embed="rId2"/>
          <a:stretch>
            <a:fillRect/>
          </a:stretch>
        </p:blipFill>
        <p:spPr>
          <a:xfrm>
            <a:off x="5228968" y="3155998"/>
            <a:ext cx="1734064" cy="1195962"/>
          </a:xfrm>
          <a:prstGeom prst="rect">
            <a:avLst/>
          </a:prstGeom>
        </p:spPr>
      </p:pic>
      <p:sp>
        <p:nvSpPr>
          <p:cNvPr id="8" name="TextBox 7">
            <a:extLst>
              <a:ext uri="{FF2B5EF4-FFF2-40B4-BE49-F238E27FC236}">
                <a16:creationId xmlns:a16="http://schemas.microsoft.com/office/drawing/2014/main" id="{73F55884-4B7A-2886-0536-A6135BB3B3FF}"/>
              </a:ext>
            </a:extLst>
          </p:cNvPr>
          <p:cNvSpPr txBox="1"/>
          <p:nvPr/>
        </p:nvSpPr>
        <p:spPr>
          <a:xfrm>
            <a:off x="3048856" y="1669980"/>
            <a:ext cx="6097712" cy="707886"/>
          </a:xfrm>
          <a:prstGeom prst="rect">
            <a:avLst/>
          </a:prstGeom>
          <a:noFill/>
        </p:spPr>
        <p:txBody>
          <a:bodyPr wrap="square">
            <a:spAutoFit/>
          </a:bodyPr>
          <a:lstStyle/>
          <a:p>
            <a:pPr algn="ctr"/>
            <a:r>
              <a:rPr lang="en-US" sz="2000" b="1" dirty="0">
                <a:solidFill>
                  <a:srgbClr val="002060"/>
                </a:solidFill>
                <a:latin typeface="Times New Roman" pitchFamily="18" charset="0"/>
                <a:cs typeface="Times New Roman" pitchFamily="18" charset="0"/>
              </a:rPr>
              <a:t>Under </a:t>
            </a:r>
          </a:p>
          <a:p>
            <a:pPr algn="ctr"/>
            <a:r>
              <a:rPr lang="en-US" sz="2000" b="1" dirty="0">
                <a:solidFill>
                  <a:srgbClr val="002060"/>
                </a:solidFill>
                <a:latin typeface="Times New Roman" pitchFamily="18" charset="0"/>
                <a:cs typeface="Times New Roman" pitchFamily="18" charset="0"/>
              </a:rPr>
              <a:t>B. Tech PROGRAM</a:t>
            </a:r>
            <a:endParaRPr lang="en-IN" sz="2000" dirty="0">
              <a:solidFill>
                <a:srgbClr val="002060"/>
              </a:solidFill>
            </a:endParaRPr>
          </a:p>
        </p:txBody>
      </p:sp>
    </p:spTree>
    <p:extLst>
      <p:ext uri="{BB962C8B-B14F-4D97-AF65-F5344CB8AC3E}">
        <p14:creationId xmlns:p14="http://schemas.microsoft.com/office/powerpoint/2010/main" val="1721979329"/>
      </p:ext>
    </p:extLst>
  </p:cSld>
  <p:clrMapOvr>
    <a:masterClrMapping/>
  </p:clrMapOvr>
  <mc:AlternateContent xmlns:mc="http://schemas.openxmlformats.org/markup-compatibility/2006" xmlns:p14="http://schemas.microsoft.com/office/powerpoint/2010/main">
    <mc:Choice Requires="p14">
      <p:transition spd="slow" p14:dur="2000" advTm="33269"/>
    </mc:Choice>
    <mc:Fallback xmlns="">
      <p:transition spd="slow" advTm="3326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9644" y="228600"/>
            <a:ext cx="6172200" cy="990600"/>
          </a:xfrm>
          <a:solidFill>
            <a:schemeClr val="bg1"/>
          </a:solidFill>
        </p:spPr>
        <p:txBody>
          <a:bodyPr>
            <a:normAutofit/>
          </a:bodyPr>
          <a:lstStyle/>
          <a:p>
            <a:pPr algn="ctr"/>
            <a:r>
              <a:rPr lang="en-US" sz="3600" dirty="0">
                <a:latin typeface="Times New Roman" panose="02020603050405020304" pitchFamily="18" charset="0"/>
                <a:cs typeface="Times New Roman" panose="02020603050405020304" pitchFamily="18" charset="0"/>
              </a:rPr>
              <a:t>Outline of the Presentation </a:t>
            </a:r>
          </a:p>
        </p:txBody>
      </p:sp>
      <p:sp>
        <p:nvSpPr>
          <p:cNvPr id="3" name="Content Placeholder 2"/>
          <p:cNvSpPr>
            <a:spLocks noGrp="1"/>
          </p:cNvSpPr>
          <p:nvPr>
            <p:ph idx="1"/>
          </p:nvPr>
        </p:nvSpPr>
        <p:spPr>
          <a:xfrm>
            <a:off x="1524001" y="1219200"/>
            <a:ext cx="10668000" cy="5291328"/>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Abstract</a:t>
            </a:r>
          </a:p>
          <a:p>
            <a:r>
              <a:rPr lang="en-US" dirty="0">
                <a:latin typeface="Times New Roman" panose="02020603050405020304" pitchFamily="18" charset="0"/>
                <a:cs typeface="Times New Roman" panose="02020603050405020304" pitchFamily="18" charset="0"/>
              </a:rPr>
              <a:t>Problem Statement</a:t>
            </a:r>
          </a:p>
          <a:p>
            <a:r>
              <a:rPr lang="en-US" dirty="0">
                <a:latin typeface="Times New Roman" panose="02020603050405020304" pitchFamily="18" charset="0"/>
                <a:cs typeface="Times New Roman" panose="02020603050405020304" pitchFamily="18" charset="0"/>
              </a:rPr>
              <a:t>Motivation of the Proposed Work</a:t>
            </a:r>
          </a:p>
          <a:p>
            <a:r>
              <a:rPr lang="en-US" dirty="0">
                <a:latin typeface="Times New Roman" panose="02020603050405020304" pitchFamily="18" charset="0"/>
                <a:cs typeface="Times New Roman" panose="02020603050405020304" pitchFamily="18" charset="0"/>
              </a:rPr>
              <a:t>Literature survey</a:t>
            </a:r>
          </a:p>
          <a:p>
            <a:r>
              <a:rPr lang="en-US" dirty="0">
                <a:latin typeface="Times New Roman" panose="02020603050405020304" pitchFamily="18" charset="0"/>
                <a:cs typeface="Times New Roman" panose="02020603050405020304" pitchFamily="18" charset="0"/>
              </a:rPr>
              <a:t>Scope of the work</a:t>
            </a:r>
          </a:p>
          <a:p>
            <a:r>
              <a:rPr lang="en-US" dirty="0">
                <a:latin typeface="Times New Roman" panose="02020603050405020304" pitchFamily="18" charset="0"/>
                <a:cs typeface="Times New Roman" panose="02020603050405020304" pitchFamily="18" charset="0"/>
              </a:rPr>
              <a:t>Objectives</a:t>
            </a:r>
          </a:p>
          <a:p>
            <a:r>
              <a:rPr lang="en-US" dirty="0">
                <a:latin typeface="Times New Roman" panose="02020603050405020304" pitchFamily="18" charset="0"/>
                <a:cs typeface="Times New Roman" panose="02020603050405020304" pitchFamily="18" charset="0"/>
              </a:rPr>
              <a:t>Flow chart for encoding and decoding</a:t>
            </a:r>
          </a:p>
          <a:p>
            <a:r>
              <a:rPr lang="en-US" dirty="0">
                <a:latin typeface="Times New Roman" panose="02020603050405020304" pitchFamily="18" charset="0"/>
                <a:cs typeface="Times New Roman" panose="02020603050405020304" pitchFamily="18" charset="0"/>
              </a:rPr>
              <a:t>Logical organization of information and redundant bits</a:t>
            </a:r>
          </a:p>
          <a:p>
            <a:r>
              <a:rPr lang="en-US" dirty="0">
                <a:latin typeface="Times New Roman" panose="02020603050405020304" pitchFamily="18" charset="0"/>
                <a:cs typeface="Times New Roman" panose="02020603050405020304" pitchFamily="18" charset="0"/>
              </a:rPr>
              <a:t>Equations</a:t>
            </a:r>
          </a:p>
          <a:p>
            <a:r>
              <a:rPr lang="en-US" dirty="0">
                <a:latin typeface="Times New Roman" panose="02020603050405020304" pitchFamily="18" charset="0"/>
                <a:cs typeface="Times New Roman" panose="02020603050405020304" pitchFamily="18" charset="0"/>
              </a:rPr>
              <a:t>Input parameters &amp; Flow of process to identify and rectify erroneous bits</a:t>
            </a:r>
          </a:p>
          <a:p>
            <a:r>
              <a:rPr lang="en-US" dirty="0">
                <a:latin typeface="Times New Roman" panose="02020603050405020304" pitchFamily="18" charset="0"/>
                <a:cs typeface="Times New Roman" panose="02020603050405020304" pitchFamily="18" charset="0"/>
              </a:rPr>
              <a:t>Error bit correction</a:t>
            </a:r>
          </a:p>
          <a:p>
            <a:r>
              <a:rPr lang="en-US" dirty="0">
                <a:latin typeface="Times New Roman" panose="02020603050405020304" pitchFamily="18" charset="0"/>
                <a:cs typeface="Times New Roman" panose="02020603050405020304" pitchFamily="18" charset="0"/>
              </a:rPr>
              <a:t>Results, Conclusion &amp; Future Scope</a:t>
            </a:r>
          </a:p>
          <a:p>
            <a:r>
              <a:rPr lang="en-US" dirty="0">
                <a:latin typeface="Times New Roman" panose="02020603050405020304" pitchFamily="18" charset="0"/>
                <a:cs typeface="Times New Roman" panose="02020603050405020304" pitchFamily="18" charset="0"/>
              </a:rPr>
              <a:t>References</a:t>
            </a:r>
          </a:p>
        </p:txBody>
      </p:sp>
      <p:cxnSp>
        <p:nvCxnSpPr>
          <p:cNvPr id="5" name="Straight Connector 4"/>
          <p:cNvCxnSpPr/>
          <p:nvPr/>
        </p:nvCxnSpPr>
        <p:spPr>
          <a:xfrm>
            <a:off x="1524000" y="1143000"/>
            <a:ext cx="9144000" cy="1499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14747392-DBF7-49E2-BEE1-620F4BA9ADF3}" type="slidenum">
              <a:rPr lang="en-US" smtClean="0"/>
              <a:pPr/>
              <a:t>2</a:t>
            </a:fld>
            <a:endParaRPr lang="en-US"/>
          </a:p>
        </p:txBody>
      </p:sp>
      <mc:AlternateContent xmlns:mc="http://schemas.openxmlformats.org/markup-compatibility/2006" xmlns:p14="http://schemas.microsoft.com/office/powerpoint/2010/main" xmlns:aink="http://schemas.microsoft.com/office/drawing/2016/ink">
        <mc:Choice Requires="p14 aink">
          <p:contentPart p14:bwMode="auto" r:id="rId2">
            <p14:nvContentPartPr>
              <p14:cNvPr id="7" name="Ink 6">
                <a:extLst>
                  <a:ext uri="{FF2B5EF4-FFF2-40B4-BE49-F238E27FC236}">
                    <a16:creationId xmlns:a16="http://schemas.microsoft.com/office/drawing/2014/main" id="{05FBDC1D-E59F-7577-8BFE-4665E03BAAA9}"/>
                  </a:ext>
                </a:extLst>
              </p14:cNvPr>
              <p14:cNvContentPartPr/>
              <p14:nvPr/>
            </p14:nvContentPartPr>
            <p14:xfrm>
              <a:off x="7787609" y="4325064"/>
              <a:ext cx="360" cy="360"/>
            </p14:xfrm>
          </p:contentPart>
        </mc:Choice>
        <mc:Fallback xmlns="">
          <p:pic>
            <p:nvPicPr>
              <p:cNvPr id="7" name="Ink 6">
                <a:extLst>
                  <a:ext uri="{FF2B5EF4-FFF2-40B4-BE49-F238E27FC236}">
                    <a16:creationId xmlns:a16="http://schemas.microsoft.com/office/drawing/2014/main" xmlns="" xmlns:aink="http://schemas.microsoft.com/office/drawing/2016/ink" xmlns:p14="http://schemas.microsoft.com/office/powerpoint/2010/main" id="{05FBDC1D-E59F-7577-8BFE-4665E03BAAA9}"/>
                  </a:ext>
                </a:extLst>
              </p:cNvPr>
              <p:cNvPicPr/>
              <p:nvPr/>
            </p:nvPicPr>
            <p:blipFill>
              <a:blip r:embed="rId3"/>
              <a:stretch>
                <a:fillRect/>
              </a:stretch>
            </p:blipFill>
            <p:spPr>
              <a:xfrm>
                <a:off x="7769969" y="4307064"/>
                <a:ext cx="36000" cy="36000"/>
              </a:xfrm>
              <a:prstGeom prst="rect">
                <a:avLst/>
              </a:prstGeom>
            </p:spPr>
          </p:pic>
        </mc:Fallback>
      </mc:AlternateContent>
    </p:spTree>
    <p:extLst>
      <p:ext uri="{BB962C8B-B14F-4D97-AF65-F5344CB8AC3E}">
        <p14:creationId xmlns:p14="http://schemas.microsoft.com/office/powerpoint/2010/main" val="1925611923"/>
      </p:ext>
    </p:extLst>
  </p:cSld>
  <p:clrMapOvr>
    <a:masterClrMapping/>
  </p:clrMapOvr>
  <mc:AlternateContent xmlns:mc="http://schemas.openxmlformats.org/markup-compatibility/2006" xmlns:p14="http://schemas.microsoft.com/office/powerpoint/2010/main">
    <mc:Choice Requires="p14">
      <p:transition spd="slow" p14:dur="2000" advTm="62388"/>
    </mc:Choice>
    <mc:Fallback xmlns="">
      <p:transition spd="slow" advTm="6238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48681-B9FF-15F7-6F8D-102148D3EA21}"/>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B07A04DC-3BD1-C593-36EB-199764896D6A}"/>
              </a:ext>
            </a:extLst>
          </p:cNvPr>
          <p:cNvSpPr>
            <a:spLocks noGrp="1"/>
          </p:cNvSpPr>
          <p:nvPr>
            <p:ph idx="1"/>
          </p:nvPr>
        </p:nvSpPr>
        <p:spPr>
          <a:xfrm>
            <a:off x="512957" y="1527717"/>
            <a:ext cx="11251580" cy="5118409"/>
          </a:xfrm>
        </p:spPr>
        <p:txBody>
          <a:bodyPr>
            <a:normAutofit fontScale="70000" lnSpcReduction="20000"/>
          </a:bodyPr>
          <a:lstStyle/>
          <a:p>
            <a:pPr algn="just">
              <a:lnSpc>
                <a:spcPct val="120000"/>
              </a:lnSpc>
              <a:buFont typeface="Wingdings" panose="05000000000000000000" pitchFamily="2" charset="2"/>
              <a:buChar char="Ø"/>
            </a:pPr>
            <a:r>
              <a:rPr lang="en-US" dirty="0">
                <a:solidFill>
                  <a:srgbClr val="333333"/>
                </a:solidFill>
                <a:latin typeface="Times New Roman" panose="02020603050405020304" pitchFamily="18" charset="0"/>
                <a:cs typeface="Times New Roman" panose="02020603050405020304" pitchFamily="18" charset="0"/>
              </a:rPr>
              <a:t>Mobile way</a:t>
            </a:r>
            <a:r>
              <a:rPr lang="en-US" sz="2800" b="0" i="0" dirty="0">
                <a:solidFill>
                  <a:srgbClr val="333333"/>
                </a:solidFill>
                <a:effectLst/>
                <a:latin typeface="Times New Roman" panose="02020603050405020304" pitchFamily="18" charset="0"/>
                <a:cs typeface="Times New Roman" panose="02020603050405020304" pitchFamily="18" charset="0"/>
              </a:rPr>
              <a:t> communication over the Internet requires error detection and correction. Error Control  describes how networks handle and detect errors at the data  link layer .</a:t>
            </a:r>
          </a:p>
          <a:p>
            <a:pPr algn="just">
              <a:lnSpc>
                <a:spcPct val="120000"/>
              </a:lnSpc>
              <a:buFont typeface="Wingdings" panose="05000000000000000000" pitchFamily="2" charset="2"/>
              <a:buChar char="Ø"/>
            </a:pPr>
            <a:r>
              <a:rPr lang="en-US" sz="2800" b="0" i="0" dirty="0">
                <a:solidFill>
                  <a:srgbClr val="333333"/>
                </a:solidFill>
                <a:effectLst/>
                <a:latin typeface="Times New Roman" panose="02020603050405020304" pitchFamily="18" charset="0"/>
                <a:cs typeface="Times New Roman" panose="02020603050405020304" pitchFamily="18" charset="0"/>
              </a:rPr>
              <a:t> Each network connection is assumed to have two  channels. One for data traffic and one for signaling and  control. Robust error detection is encoded  on the traffic channel based on the information bits and the correction code to form the transmitted data stream.</a:t>
            </a:r>
          </a:p>
          <a:p>
            <a:pPr algn="just">
              <a:lnSpc>
                <a:spcPct val="120000"/>
              </a:lnSpc>
              <a:buFont typeface="Wingdings" panose="05000000000000000000" pitchFamily="2" charset="2"/>
              <a:buChar char="Ø"/>
            </a:pPr>
            <a:r>
              <a:rPr lang="en-US" sz="2800" b="0" i="0" dirty="0">
                <a:solidFill>
                  <a:srgbClr val="333333"/>
                </a:solidFill>
                <a:effectLst/>
                <a:latin typeface="Times New Roman" panose="02020603050405020304" pitchFamily="18" charset="0"/>
                <a:cs typeface="Times New Roman" panose="02020603050405020304" pitchFamily="18" charset="0"/>
              </a:rPr>
              <a:t> Currently, the error is tolerated by the SRAM  memory frame, so   Single Cell Upsets (SCU) or Multiple Cell Upsets  (MCU) can occur. One of the main reasons for the MCU is the astronomical  radiation.</a:t>
            </a:r>
          </a:p>
          <a:p>
            <a:pPr algn="just">
              <a:lnSpc>
                <a:spcPct val="120000"/>
              </a:lnSpc>
              <a:buFont typeface="Wingdings" panose="05000000000000000000" pitchFamily="2" charset="2"/>
              <a:buChar char="Ø"/>
            </a:pPr>
            <a:r>
              <a:rPr lang="en-US" sz="2800" b="0" i="0" dirty="0">
                <a:solidFill>
                  <a:srgbClr val="333333"/>
                </a:solidFill>
                <a:effectLst/>
                <a:latin typeface="Times New Roman" panose="02020603050405020304" pitchFamily="18" charset="0"/>
                <a:cs typeface="Times New Roman" panose="02020603050405020304" pitchFamily="18" charset="0"/>
              </a:rPr>
              <a:t>The proposed technique is called Improved Redundant Matrix Code to protect SRAM-based memories from detuning of a large number of components.</a:t>
            </a:r>
          </a:p>
          <a:p>
            <a:pPr algn="just">
              <a:lnSpc>
                <a:spcPct val="120000"/>
              </a:lnSpc>
              <a:buFont typeface="Wingdings" panose="05000000000000000000" pitchFamily="2" charset="2"/>
              <a:buChar char="Ø"/>
            </a:pPr>
            <a:r>
              <a:rPr lang="en-US" sz="2800" b="0" i="0" dirty="0">
                <a:solidFill>
                  <a:srgbClr val="333333"/>
                </a:solidFill>
                <a:effectLst/>
                <a:latin typeface="Times New Roman" panose="02020603050405020304" pitchFamily="18" charset="0"/>
                <a:cs typeface="Times New Roman" panose="02020603050405020304" pitchFamily="18" charset="0"/>
              </a:rPr>
              <a:t> The  Improved Redundancy Matrix Code (IRMC) is used to detect the  and troubleshoot storage devices. IRMC's detection rate  and  adjustments are in contrast to other rescue codes.</a:t>
            </a:r>
          </a:p>
          <a:p>
            <a:pPr algn="just">
              <a:lnSpc>
                <a:spcPct val="120000"/>
              </a:lnSpc>
              <a:buFont typeface="Wingdings" panose="05000000000000000000" pitchFamily="2" charset="2"/>
              <a:buChar char="Ø"/>
            </a:pPr>
            <a:r>
              <a:rPr lang="en-US" sz="2800" b="0" i="0" dirty="0">
                <a:solidFill>
                  <a:srgbClr val="333333"/>
                </a:solidFill>
                <a:effectLst/>
                <a:latin typeface="Times New Roman" panose="02020603050405020304" pitchFamily="18" charset="0"/>
                <a:cs typeface="Times New Roman" panose="02020603050405020304" pitchFamily="18" charset="0"/>
              </a:rPr>
              <a:t> Space, power, and defer overhead is only . Results showed that  IRMC has higher quality and higher correctability for MCU tuned for lower area,  performance, and delay overhead than  other evaluated codes.</a:t>
            </a:r>
            <a:endParaRPr lang="en-US" dirty="0"/>
          </a:p>
        </p:txBody>
      </p:sp>
    </p:spTree>
    <p:extLst>
      <p:ext uri="{BB962C8B-B14F-4D97-AF65-F5344CB8AC3E}">
        <p14:creationId xmlns:p14="http://schemas.microsoft.com/office/powerpoint/2010/main" val="1245711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3E3CC-EAAF-D8F8-148E-72209B5BE89E}"/>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Problem Statement</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98E0FC-FDB6-142B-3C58-EDB6330ADA3D}"/>
              </a:ext>
            </a:extLst>
          </p:cNvPr>
          <p:cNvSpPr>
            <a:spLocks noGrp="1"/>
          </p:cNvSpPr>
          <p:nvPr>
            <p:ph idx="1"/>
          </p:nvPr>
        </p:nvSpPr>
        <p:spPr/>
        <p:txBody>
          <a:bodyPr>
            <a:normAutofit/>
          </a:bodyPr>
          <a:lstStyle/>
          <a:p>
            <a:pPr algn="just">
              <a:buFont typeface="Wingdings" panose="05000000000000000000" pitchFamily="2" charset="2"/>
              <a:buChar char="Ø"/>
            </a:pPr>
            <a:r>
              <a:rPr lang="en-US" sz="2400" dirty="0">
                <a:solidFill>
                  <a:srgbClr val="202124"/>
                </a:solidFill>
                <a:latin typeface="Times New Roman" panose="02020603050405020304" pitchFamily="18" charset="0"/>
                <a:cs typeface="Times New Roman" panose="02020603050405020304" pitchFamily="18" charset="0"/>
              </a:rPr>
              <a:t>Some error detecting algorithms like </a:t>
            </a:r>
            <a:r>
              <a:rPr lang="en-US" sz="2400" b="0" i="0" dirty="0">
                <a:solidFill>
                  <a:srgbClr val="202124"/>
                </a:solidFill>
                <a:effectLst/>
                <a:latin typeface="Times New Roman" panose="02020603050405020304" pitchFamily="18" charset="0"/>
                <a:cs typeface="Times New Roman" panose="02020603050405020304" pitchFamily="18" charset="0"/>
              </a:rPr>
              <a:t>CRC has drawback, is that </a:t>
            </a:r>
            <a:r>
              <a:rPr lang="en-US" sz="2400" i="0" dirty="0">
                <a:solidFill>
                  <a:srgbClr val="202124"/>
                </a:solidFill>
                <a:effectLst/>
                <a:latin typeface="Times New Roman" panose="02020603050405020304" pitchFamily="18" charset="0"/>
                <a:cs typeface="Times New Roman" panose="02020603050405020304" pitchFamily="18" charset="0"/>
              </a:rPr>
              <a:t>they have only error detecting capabilities</a:t>
            </a:r>
            <a:r>
              <a:rPr lang="en-US" sz="2400" b="0" i="0" dirty="0">
                <a:solidFill>
                  <a:srgbClr val="202124"/>
                </a:solidFill>
                <a:effectLst/>
                <a:latin typeface="Times New Roman" panose="02020603050405020304" pitchFamily="18" charset="0"/>
                <a:cs typeface="Times New Roman" panose="02020603050405020304" pitchFamily="18" charset="0"/>
              </a:rPr>
              <a:t>. They cannot correct for any errors in the data once detected at the destination, and the data must be transmitted again to receive the message.</a:t>
            </a:r>
          </a:p>
          <a:p>
            <a:pPr algn="just">
              <a:buFont typeface="Wingdings" panose="05000000000000000000" pitchFamily="2" charset="2"/>
              <a:buChar char="Ø"/>
            </a:pPr>
            <a:r>
              <a:rPr lang="en-US" sz="2400" dirty="0">
                <a:solidFill>
                  <a:srgbClr val="202124"/>
                </a:solidFill>
                <a:latin typeface="Times New Roman" panose="02020603050405020304" pitchFamily="18" charset="0"/>
                <a:cs typeface="Times New Roman" panose="02020603050405020304" pitchFamily="18" charset="0"/>
              </a:rPr>
              <a:t>The error detecting and correcting algorithms has major weakness in reducing redundancy, and managing the design with less power and delay characteristics.</a:t>
            </a:r>
            <a:endParaRPr lang="en-US" sz="2400" b="0" i="0" dirty="0">
              <a:solidFill>
                <a:srgbClr val="202124"/>
              </a:solidFill>
              <a:effectLst/>
              <a:latin typeface="Times New Roman" panose="02020603050405020304" pitchFamily="18" charset="0"/>
              <a:cs typeface="Times New Roman" panose="02020603050405020304" pitchFamily="18" charset="0"/>
            </a:endParaRPr>
          </a:p>
          <a:p>
            <a:pPr marL="0" indent="0" algn="just">
              <a:buNone/>
            </a:pPr>
            <a:endParaRPr lang="en-US" sz="2400" b="0" i="0" dirty="0">
              <a:solidFill>
                <a:srgbClr val="202124"/>
              </a:solidFill>
              <a:effectLst/>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pPr marL="0" indent="0">
              <a:buNone/>
            </a:pP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0898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70362-7A55-31CC-EDDE-833122338F5F}"/>
              </a:ext>
            </a:extLst>
          </p:cNvPr>
          <p:cNvSpPr>
            <a:spLocks noGrp="1"/>
          </p:cNvSpPr>
          <p:nvPr>
            <p:ph type="title"/>
          </p:nvPr>
        </p:nvSpPr>
        <p:spPr>
          <a:xfrm>
            <a:off x="838200" y="365125"/>
            <a:ext cx="10515600" cy="690677"/>
          </a:xfrm>
        </p:spPr>
        <p:txBody>
          <a:bodyPr>
            <a:normAutofit/>
          </a:bodyPr>
          <a:lstStyle/>
          <a:p>
            <a:r>
              <a:rPr lang="en-US" sz="2400" b="1" dirty="0">
                <a:latin typeface="Times New Roman" panose="02020603050405020304" pitchFamily="18" charset="0"/>
                <a:cs typeface="Times New Roman" panose="02020603050405020304" pitchFamily="18" charset="0"/>
              </a:rPr>
              <a:t>Motivation of the Proposed Work</a:t>
            </a:r>
          </a:p>
        </p:txBody>
      </p:sp>
      <p:sp>
        <p:nvSpPr>
          <p:cNvPr id="3" name="Content Placeholder 2">
            <a:extLst>
              <a:ext uri="{FF2B5EF4-FFF2-40B4-BE49-F238E27FC236}">
                <a16:creationId xmlns:a16="http://schemas.microsoft.com/office/drawing/2014/main" id="{153C692B-7BEA-7EDC-6739-5F3DB474180D}"/>
              </a:ext>
            </a:extLst>
          </p:cNvPr>
          <p:cNvSpPr>
            <a:spLocks noGrp="1"/>
          </p:cNvSpPr>
          <p:nvPr>
            <p:ph idx="1"/>
          </p:nvPr>
        </p:nvSpPr>
        <p:spPr>
          <a:xfrm>
            <a:off x="838200" y="1296140"/>
            <a:ext cx="10515600" cy="4880823"/>
          </a:xfrm>
        </p:spPr>
        <p:txBody>
          <a:bodyPr>
            <a:normAutofit/>
          </a:bodyPr>
          <a:lstStyle/>
          <a:p>
            <a:pPr algn="just"/>
            <a:r>
              <a:rPr lang="en-US" sz="2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Error detection and correction are necessary in the mobile way communication through the internet. Error control describes how the network handles and detects errors in the data link layer.</a:t>
            </a:r>
          </a:p>
          <a:p>
            <a:pPr algn="just"/>
            <a:r>
              <a:rPr lang="en-US" sz="2400" dirty="0">
                <a:latin typeface="Times New Roman" panose="02020603050405020304" pitchFamily="18" charset="0"/>
                <a:cs typeface="Times New Roman" panose="02020603050405020304" pitchFamily="18" charset="0"/>
              </a:rPr>
              <a:t>A typical arrangement is the utilization of Error Correction Codes (ECC) in memory gadgets. When utilizing ECCs in information stockpiling, their encoding/decoding circuits must be productive regarding territory, power, and deferral.</a:t>
            </a:r>
          </a:p>
          <a:p>
            <a:pPr algn="just"/>
            <a:r>
              <a:rPr lang="en-US" sz="2400" dirty="0">
                <a:latin typeface="Times New Roman" panose="02020603050405020304" pitchFamily="18" charset="0"/>
                <a:cs typeface="Times New Roman" panose="02020603050405020304" pitchFamily="18" charset="0"/>
              </a:rPr>
              <a:t>The algorithm being used in this project is IRMC(Improved Redundant Matrix Code)</a:t>
            </a:r>
          </a:p>
          <a:p>
            <a:pPr algn="just"/>
            <a:r>
              <a:rPr lang="en-US" sz="2400" dirty="0">
                <a:latin typeface="Times New Roman" panose="02020603050405020304" pitchFamily="18" charset="0"/>
                <a:cs typeface="Times New Roman" panose="02020603050405020304" pitchFamily="18" charset="0"/>
              </a:rPr>
              <a:t>The Improved Redundant Matrix Code (IRMC) used to recognize and address errors in memory gadgets. The rate of discovery and adjustment of IRMC is contrasted with other redress codes, just as their region, power, and postpone overheads</a:t>
            </a:r>
            <a:r>
              <a:rPr lang="en-US" sz="2000" dirty="0">
                <a:latin typeface="Times New Roman" panose="02020603050405020304" pitchFamily="18" charset="0"/>
                <a:cs typeface="Times New Roman" panose="02020603050405020304" pitchFamily="18" charset="0"/>
              </a:rPr>
              <a:t>. </a:t>
            </a:r>
          </a:p>
          <a:p>
            <a:pPr marL="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9977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D43C4-3DB7-CE58-E16A-AFAFD47E44E8}"/>
              </a:ext>
            </a:extLst>
          </p:cNvPr>
          <p:cNvSpPr>
            <a:spLocks noGrp="1"/>
          </p:cNvSpPr>
          <p:nvPr>
            <p:ph type="title"/>
          </p:nvPr>
        </p:nvSpPr>
        <p:spPr>
          <a:xfrm>
            <a:off x="838200" y="338493"/>
            <a:ext cx="10515600" cy="629173"/>
          </a:xfrm>
        </p:spPr>
        <p:txBody>
          <a:bodyPr>
            <a:normAutofit/>
          </a:bodyPr>
          <a:lstStyle/>
          <a:p>
            <a:r>
              <a:rPr lang="en-US" sz="2400" b="1" dirty="0">
                <a:latin typeface="Times New Roman" panose="02020603050405020304" pitchFamily="18" charset="0"/>
                <a:cs typeface="Times New Roman" panose="02020603050405020304" pitchFamily="18" charset="0"/>
              </a:rPr>
              <a:t>Literature survey</a:t>
            </a:r>
          </a:p>
        </p:txBody>
      </p:sp>
      <p:graphicFrame>
        <p:nvGraphicFramePr>
          <p:cNvPr id="4" name="Table 4">
            <a:extLst>
              <a:ext uri="{FF2B5EF4-FFF2-40B4-BE49-F238E27FC236}">
                <a16:creationId xmlns:a16="http://schemas.microsoft.com/office/drawing/2014/main" id="{272D171B-DB19-539B-FA60-BBD2862C714B}"/>
              </a:ext>
            </a:extLst>
          </p:cNvPr>
          <p:cNvGraphicFramePr>
            <a:graphicFrameLocks noGrp="1"/>
          </p:cNvGraphicFramePr>
          <p:nvPr>
            <p:ph idx="1"/>
            <p:extLst>
              <p:ext uri="{D42A27DB-BD31-4B8C-83A1-F6EECF244321}">
                <p14:modId xmlns:p14="http://schemas.microsoft.com/office/powerpoint/2010/main" val="3198751510"/>
              </p:ext>
            </p:extLst>
          </p:nvPr>
        </p:nvGraphicFramePr>
        <p:xfrm>
          <a:off x="838200" y="967666"/>
          <a:ext cx="10846726" cy="5605151"/>
        </p:xfrm>
        <a:graphic>
          <a:graphicData uri="http://schemas.openxmlformats.org/drawingml/2006/table">
            <a:tbl>
              <a:tblPr firstRow="1" bandRow="1">
                <a:tableStyleId>{5C22544A-7EE6-4342-B048-85BDC9FD1C3A}</a:tableStyleId>
              </a:tblPr>
              <a:tblGrid>
                <a:gridCol w="2169345">
                  <a:extLst>
                    <a:ext uri="{9D8B030D-6E8A-4147-A177-3AD203B41FA5}">
                      <a16:colId xmlns:a16="http://schemas.microsoft.com/office/drawing/2014/main" val="77305621"/>
                    </a:ext>
                  </a:extLst>
                </a:gridCol>
                <a:gridCol w="2167361">
                  <a:extLst>
                    <a:ext uri="{9D8B030D-6E8A-4147-A177-3AD203B41FA5}">
                      <a16:colId xmlns:a16="http://schemas.microsoft.com/office/drawing/2014/main" val="2285002709"/>
                    </a:ext>
                  </a:extLst>
                </a:gridCol>
                <a:gridCol w="2171330">
                  <a:extLst>
                    <a:ext uri="{9D8B030D-6E8A-4147-A177-3AD203B41FA5}">
                      <a16:colId xmlns:a16="http://schemas.microsoft.com/office/drawing/2014/main" val="1289092269"/>
                    </a:ext>
                  </a:extLst>
                </a:gridCol>
                <a:gridCol w="2169345">
                  <a:extLst>
                    <a:ext uri="{9D8B030D-6E8A-4147-A177-3AD203B41FA5}">
                      <a16:colId xmlns:a16="http://schemas.microsoft.com/office/drawing/2014/main" val="4044676383"/>
                    </a:ext>
                  </a:extLst>
                </a:gridCol>
                <a:gridCol w="2169345">
                  <a:extLst>
                    <a:ext uri="{9D8B030D-6E8A-4147-A177-3AD203B41FA5}">
                      <a16:colId xmlns:a16="http://schemas.microsoft.com/office/drawing/2014/main" val="191634585"/>
                    </a:ext>
                  </a:extLst>
                </a:gridCol>
              </a:tblGrid>
              <a:tr h="601270">
                <a:tc>
                  <a:txBody>
                    <a:bodyPr/>
                    <a:lstStyle/>
                    <a:p>
                      <a:r>
                        <a:rPr lang="en-US" sz="1600" dirty="0">
                          <a:latin typeface="Times New Roman" panose="02020603050405020304" pitchFamily="18" charset="0"/>
                          <a:cs typeface="Times New Roman" panose="02020603050405020304" pitchFamily="18" charset="0"/>
                        </a:rPr>
                        <a:t>SN0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Name of the journal</a:t>
                      </a:r>
                    </a:p>
                    <a:p>
                      <a:endParaRPr lang="en-US"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Name of the Author</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Title of the paper</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Key Findings</a:t>
                      </a:r>
                    </a:p>
                    <a:p>
                      <a:endParaRPr lang="en-US" dirty="0"/>
                    </a:p>
                  </a:txBody>
                  <a:tcPr/>
                </a:tc>
                <a:extLst>
                  <a:ext uri="{0D108BD9-81ED-4DB2-BD59-A6C34878D82A}">
                    <a16:rowId xmlns:a16="http://schemas.microsoft.com/office/drawing/2014/main" val="3476820070"/>
                  </a:ext>
                </a:extLst>
              </a:tr>
              <a:tr h="1703711">
                <a:tc>
                  <a:txBody>
                    <a:bodyPr/>
                    <a:lstStyle/>
                    <a:p>
                      <a:r>
                        <a:rPr lang="en-US" sz="1200" dirty="0">
                          <a:latin typeface="Times New Roman" panose="02020603050405020304" pitchFamily="18" charset="0"/>
                          <a:cs typeface="Times New Roman" panose="02020603050405020304"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effectLst/>
                          <a:latin typeface="Times New Roman" panose="02020603050405020304" pitchFamily="18" charset="0"/>
                          <a:ea typeface="+mn-ea"/>
                          <a:cs typeface="Times New Roman" panose="02020603050405020304" pitchFamily="18" charset="0"/>
                        </a:rPr>
                        <a:t>In IEEE Access</a:t>
                      </a:r>
                      <a:endParaRPr lang="en-US" sz="1200" dirty="0">
                        <a:latin typeface="Times New Roman" panose="02020603050405020304" pitchFamily="18" charset="0"/>
                        <a:cs typeface="Times New Roman" panose="02020603050405020304" pitchFamily="18" charset="0"/>
                      </a:endParaRPr>
                    </a:p>
                    <a:p>
                      <a:endParaRPr lang="en-US" dirty="0"/>
                    </a:p>
                  </a:txBody>
                  <a:tcPr/>
                </a:tc>
                <a:tc>
                  <a:txBody>
                    <a:bodyPr/>
                    <a:lstStyle/>
                    <a:p>
                      <a:r>
                        <a:rPr lang="en-IN" sz="1200" kern="1200" dirty="0">
                          <a:solidFill>
                            <a:schemeClr val="dk1"/>
                          </a:solidFill>
                          <a:effectLst/>
                          <a:latin typeface="Times New Roman" panose="02020603050405020304" pitchFamily="18" charset="0"/>
                          <a:ea typeface="+mn-ea"/>
                          <a:cs typeface="Times New Roman" panose="02020603050405020304" pitchFamily="18" charset="0"/>
                        </a:rPr>
                        <a:t>R.Jenila,  C. Supraja, C. Kanmani Pappa, N. Dharani</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dk1"/>
                          </a:solidFill>
                          <a:effectLst/>
                          <a:latin typeface="Times New Roman" panose="02020603050405020304" pitchFamily="18" charset="0"/>
                          <a:ea typeface="+mn-ea"/>
                          <a:cs typeface="Times New Roman" panose="02020603050405020304" pitchFamily="18" charset="0"/>
                        </a:rPr>
                        <a:t>VLSI Implementation of Error Detection and Correction Codes for Space Engineering</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dk1"/>
                          </a:solidFill>
                          <a:effectLst/>
                          <a:latin typeface="Times New Roman" panose="02020603050405020304" pitchFamily="18" charset="0"/>
                          <a:ea typeface="+mn-ea"/>
                          <a:cs typeface="Times New Roman" panose="02020603050405020304" pitchFamily="18" charset="0"/>
                        </a:rPr>
                        <a:t>To recover the data, again XOR operation was performed between the encoded bits and the recalculated encoded bits. After analyzing, verification, selection and correction process takes place.</a:t>
                      </a:r>
                      <a:endParaRPr lang="en-US" sz="1200" dirty="0">
                        <a:latin typeface="Times New Roman" panose="02020603050405020304" pitchFamily="18" charset="0"/>
                        <a:cs typeface="Times New Roman" panose="02020603050405020304" pitchFamily="18" charset="0"/>
                      </a:endParaRPr>
                    </a:p>
                    <a:p>
                      <a:endParaRPr lang="en-US" dirty="0"/>
                    </a:p>
                  </a:txBody>
                  <a:tcPr/>
                </a:tc>
                <a:extLst>
                  <a:ext uri="{0D108BD9-81ED-4DB2-BD59-A6C34878D82A}">
                    <a16:rowId xmlns:a16="http://schemas.microsoft.com/office/drawing/2014/main" val="3780097651"/>
                  </a:ext>
                </a:extLst>
              </a:tr>
              <a:tr h="1623430">
                <a:tc>
                  <a:txBody>
                    <a:bodyPr/>
                    <a:lstStyle/>
                    <a:p>
                      <a:r>
                        <a:rPr lang="en-US" sz="12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ICTACT Journal on Microelectronics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V. Bhanumathi and M. Sunandini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VLSI Architecture for Error Detection and Correction based on XOR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As technology is scaled down, MCUs become a more problematic one in SRAM memory, because MCUs flip the logical state in memory thereby affecting its reliability by introducing errors. </a:t>
                      </a:r>
                    </a:p>
                    <a:p>
                      <a:endParaRPr lang="en-US" dirty="0"/>
                    </a:p>
                  </a:txBody>
                  <a:tcPr/>
                </a:tc>
                <a:extLst>
                  <a:ext uri="{0D108BD9-81ED-4DB2-BD59-A6C34878D82A}">
                    <a16:rowId xmlns:a16="http://schemas.microsoft.com/office/drawing/2014/main" val="3571050227"/>
                  </a:ext>
                </a:extLst>
              </a:tr>
              <a:tr h="1623430">
                <a:tc>
                  <a:txBody>
                    <a:bodyPr/>
                    <a:lstStyle/>
                    <a:p>
                      <a:r>
                        <a:rPr lang="en-US" sz="12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Research Gate</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Bao Liu</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dk1"/>
                          </a:solidFill>
                          <a:effectLst/>
                          <a:latin typeface="Times New Roman" panose="02020603050405020304" pitchFamily="18" charset="0"/>
                          <a:ea typeface="+mn-ea"/>
                          <a:cs typeface="Times New Roman" panose="02020603050405020304" pitchFamily="18" charset="0"/>
                        </a:rPr>
                        <a:t>Error-detecting/correcting-code-based self-checked/corrected/timed circuits</a:t>
                      </a:r>
                    </a:p>
                    <a:p>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propose a group of error-detecting/correcting-code(EDC/ECC)- based self-checked/corrected/timed circuits for logic robustness and performance scalability in nanoscale VLSI design</a:t>
                      </a:r>
                    </a:p>
                    <a:p>
                      <a:endParaRPr lang="en-US" dirty="0"/>
                    </a:p>
                  </a:txBody>
                  <a:tcPr/>
                </a:tc>
                <a:extLst>
                  <a:ext uri="{0D108BD9-81ED-4DB2-BD59-A6C34878D82A}">
                    <a16:rowId xmlns:a16="http://schemas.microsoft.com/office/drawing/2014/main" val="3253023838"/>
                  </a:ext>
                </a:extLst>
              </a:tr>
            </a:tbl>
          </a:graphicData>
        </a:graphic>
      </p:graphicFrame>
    </p:spTree>
    <p:extLst>
      <p:ext uri="{BB962C8B-B14F-4D97-AF65-F5344CB8AC3E}">
        <p14:creationId xmlns:p14="http://schemas.microsoft.com/office/powerpoint/2010/main" val="20834242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F9F70B5B-D9B4-F32D-8A6A-2F12A0FB37B0}"/>
              </a:ext>
            </a:extLst>
          </p:cNvPr>
          <p:cNvGraphicFramePr>
            <a:graphicFrameLocks noGrp="1"/>
          </p:cNvGraphicFramePr>
          <p:nvPr>
            <p:ph idx="1"/>
            <p:extLst>
              <p:ext uri="{D42A27DB-BD31-4B8C-83A1-F6EECF244321}">
                <p14:modId xmlns:p14="http://schemas.microsoft.com/office/powerpoint/2010/main" val="3820671548"/>
              </p:ext>
            </p:extLst>
          </p:nvPr>
        </p:nvGraphicFramePr>
        <p:xfrm>
          <a:off x="971550" y="879676"/>
          <a:ext cx="10515600" cy="56388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98045256"/>
                    </a:ext>
                  </a:extLst>
                </a:gridCol>
                <a:gridCol w="2103120">
                  <a:extLst>
                    <a:ext uri="{9D8B030D-6E8A-4147-A177-3AD203B41FA5}">
                      <a16:colId xmlns:a16="http://schemas.microsoft.com/office/drawing/2014/main" val="2189369450"/>
                    </a:ext>
                  </a:extLst>
                </a:gridCol>
                <a:gridCol w="2103120">
                  <a:extLst>
                    <a:ext uri="{9D8B030D-6E8A-4147-A177-3AD203B41FA5}">
                      <a16:colId xmlns:a16="http://schemas.microsoft.com/office/drawing/2014/main" val="223897599"/>
                    </a:ext>
                  </a:extLst>
                </a:gridCol>
                <a:gridCol w="2103120">
                  <a:extLst>
                    <a:ext uri="{9D8B030D-6E8A-4147-A177-3AD203B41FA5}">
                      <a16:colId xmlns:a16="http://schemas.microsoft.com/office/drawing/2014/main" val="542317449"/>
                    </a:ext>
                  </a:extLst>
                </a:gridCol>
                <a:gridCol w="2103120">
                  <a:extLst>
                    <a:ext uri="{9D8B030D-6E8A-4147-A177-3AD203B41FA5}">
                      <a16:colId xmlns:a16="http://schemas.microsoft.com/office/drawing/2014/main" val="53176499"/>
                    </a:ext>
                  </a:extLst>
                </a:gridCol>
              </a:tblGrid>
              <a:tr h="556995">
                <a:tc>
                  <a:txBody>
                    <a:bodyPr/>
                    <a:lstStyle/>
                    <a:p>
                      <a:r>
                        <a:rPr lang="en-US" sz="1600" dirty="0">
                          <a:latin typeface="Times New Roman" panose="02020603050405020304" pitchFamily="18" charset="0"/>
                          <a:cs typeface="Times New Roman" panose="02020603050405020304" pitchFamily="18" charset="0"/>
                        </a:rPr>
                        <a:t>SNO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Name of the journal</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Name of the Author</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Title of the paper</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Key Findings</a:t>
                      </a:r>
                    </a:p>
                    <a:p>
                      <a:endParaRPr lang="en-US" dirty="0"/>
                    </a:p>
                  </a:txBody>
                  <a:tcPr/>
                </a:tc>
                <a:extLst>
                  <a:ext uri="{0D108BD9-81ED-4DB2-BD59-A6C34878D82A}">
                    <a16:rowId xmlns:a16="http://schemas.microsoft.com/office/drawing/2014/main" val="40273093"/>
                  </a:ext>
                </a:extLst>
              </a:tr>
              <a:tr h="1420337">
                <a:tc>
                  <a:txBody>
                    <a:bodyPr/>
                    <a:lstStyle/>
                    <a:p>
                      <a:r>
                        <a:rPr lang="en-US" sz="1200" dirty="0">
                          <a:latin typeface="Times New Roman" panose="02020603050405020304" pitchFamily="18" charset="0"/>
                          <a:cs typeface="Times New Roman" panose="02020603050405020304" pitchFamily="18" charset="0"/>
                        </a:rPr>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 In ICRTCRET Journal</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K. Kaviya Priya, Mr. M. Palaniappan</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Implementation of Error Detection and Correction Codes using VLSI</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It processed by adding an extra bit to each character. The bit is obstinate by a number of factors such as the type of parity and the data character has the number of logic-one bits </a:t>
                      </a:r>
                    </a:p>
                    <a:p>
                      <a:endParaRPr lang="en-US" sz="1200" dirty="0"/>
                    </a:p>
                  </a:txBody>
                  <a:tcPr/>
                </a:tc>
                <a:extLst>
                  <a:ext uri="{0D108BD9-81ED-4DB2-BD59-A6C34878D82A}">
                    <a16:rowId xmlns:a16="http://schemas.microsoft.com/office/drawing/2014/main" val="1526988108"/>
                  </a:ext>
                </a:extLst>
              </a:tr>
              <a:tr h="1670985">
                <a:tc>
                  <a:txBody>
                    <a:bodyPr/>
                    <a:lstStyle/>
                    <a:p>
                      <a:r>
                        <a:rPr lang="en-US" sz="1200" dirty="0">
                          <a:latin typeface="Times New Roman" panose="02020603050405020304" pitchFamily="18" charset="0"/>
                          <a:cs typeface="Times New Roman" panose="02020603050405020304"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effectLst/>
                          <a:latin typeface="Times New Roman" panose="02020603050405020304" pitchFamily="18" charset="0"/>
                          <a:ea typeface="+mn-ea"/>
                          <a:cs typeface="Times New Roman" panose="02020603050405020304" pitchFamily="18" charset="0"/>
                        </a:rPr>
                        <a:t>In IEEE Transactions on Very Large Scale Integration (VLSI) Systems, vol. 27</a:t>
                      </a:r>
                      <a:endParaRPr lang="en-US"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Rajeev Kumar Abhishek Gupta</a:t>
                      </a:r>
                    </a:p>
                    <a:p>
                      <a:endParaRPr lang="en-US" dirty="0"/>
                    </a:p>
                  </a:txBody>
                  <a:tcPr/>
                </a:tc>
                <a:tc>
                  <a:txBody>
                    <a:bodyPr/>
                    <a:lstStyle/>
                    <a:p>
                      <a:r>
                        <a:rPr lang="en-US" sz="1200" dirty="0">
                          <a:latin typeface="Times New Roman" panose="02020603050405020304" pitchFamily="18" charset="0"/>
                          <a:cs typeface="Times New Roman" panose="02020603050405020304" pitchFamily="18" charset="0"/>
                        </a:rPr>
                        <a:t>VLSI Implementation of Block Error Correction Coding Techniques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For error correction and detection, several approaches are used. In information theory and coding techniques, error detection techniques provide a way for reliable communication instead of unreliable communication.</a:t>
                      </a:r>
                    </a:p>
                    <a:p>
                      <a:endParaRPr lang="en-US" dirty="0"/>
                    </a:p>
                  </a:txBody>
                  <a:tcPr/>
                </a:tc>
                <a:extLst>
                  <a:ext uri="{0D108BD9-81ED-4DB2-BD59-A6C34878D82A}">
                    <a16:rowId xmlns:a16="http://schemas.microsoft.com/office/drawing/2014/main" val="1752743580"/>
                  </a:ext>
                </a:extLst>
              </a:tr>
              <a:tr h="1503886">
                <a:tc>
                  <a:txBody>
                    <a:bodyPr/>
                    <a:lstStyle/>
                    <a:p>
                      <a:r>
                        <a:rPr lang="en-US" sz="1200" dirty="0">
                          <a:latin typeface="Times New Roman" panose="02020603050405020304" pitchFamily="18" charset="0"/>
                          <a:cs typeface="Times New Roman" panose="02020603050405020304" pitchFamily="18" charset="0"/>
                        </a:rPr>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The International journal of analytical and experimental modal analysis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PORALLA DIVYA  U.GNANESHWARACHARY</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Design and Implementation of VLSI and Architecture for Error Correction and Detection</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The transmitter sends the Original data, and attaches a fixed number of parity bits, which are derived from the data bits by </a:t>
                      </a:r>
                      <a:r>
                        <a:rPr lang="en-US" sz="1200" dirty="0" err="1">
                          <a:latin typeface="Times New Roman" panose="02020603050405020304" pitchFamily="18" charset="0"/>
                          <a:cs typeface="Times New Roman" panose="02020603050405020304" pitchFamily="18" charset="0"/>
                        </a:rPr>
                        <a:t>xor</a:t>
                      </a:r>
                      <a:r>
                        <a:rPr lang="en-US" sz="1200" dirty="0">
                          <a:latin typeface="Times New Roman" panose="02020603050405020304" pitchFamily="18" charset="0"/>
                          <a:cs typeface="Times New Roman" panose="02020603050405020304" pitchFamily="18" charset="0"/>
                        </a:rPr>
                        <a:t> operation between three data bits to get one parity bit.</a:t>
                      </a:r>
                    </a:p>
                    <a:p>
                      <a:endParaRPr lang="en-US" dirty="0"/>
                    </a:p>
                  </a:txBody>
                  <a:tcPr/>
                </a:tc>
                <a:extLst>
                  <a:ext uri="{0D108BD9-81ED-4DB2-BD59-A6C34878D82A}">
                    <a16:rowId xmlns:a16="http://schemas.microsoft.com/office/drawing/2014/main" val="1121309085"/>
                  </a:ext>
                </a:extLst>
              </a:tr>
            </a:tbl>
          </a:graphicData>
        </a:graphic>
      </p:graphicFrame>
    </p:spTree>
    <p:extLst>
      <p:ext uri="{BB962C8B-B14F-4D97-AF65-F5344CB8AC3E}">
        <p14:creationId xmlns:p14="http://schemas.microsoft.com/office/powerpoint/2010/main" val="3498765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F8152-BF28-B93A-7CB7-0085387A16EC}"/>
              </a:ext>
            </a:extLst>
          </p:cNvPr>
          <p:cNvSpPr>
            <a:spLocks noGrp="1"/>
          </p:cNvSpPr>
          <p:nvPr>
            <p:ph type="title"/>
          </p:nvPr>
        </p:nvSpPr>
        <p:spPr>
          <a:xfrm>
            <a:off x="838200" y="365125"/>
            <a:ext cx="10515600" cy="178885"/>
          </a:xfrm>
        </p:spPr>
        <p:txBody>
          <a:bodyPr>
            <a:normAutofit fontScale="90000"/>
          </a:bodyPr>
          <a:lstStyle/>
          <a:p>
            <a:br>
              <a:rPr lang="en-US" dirty="0"/>
            </a:br>
            <a:br>
              <a:rPr lang="en-US" dirty="0"/>
            </a:br>
            <a:br>
              <a:rPr lang="en-US" dirty="0"/>
            </a:br>
            <a:endParaRPr lang="en-US" dirty="0"/>
          </a:p>
        </p:txBody>
      </p:sp>
      <p:graphicFrame>
        <p:nvGraphicFramePr>
          <p:cNvPr id="4" name="Table 4">
            <a:extLst>
              <a:ext uri="{FF2B5EF4-FFF2-40B4-BE49-F238E27FC236}">
                <a16:creationId xmlns:a16="http://schemas.microsoft.com/office/drawing/2014/main" id="{AFBB27AD-7FA8-918D-0F7E-3AF7399D5A39}"/>
              </a:ext>
            </a:extLst>
          </p:cNvPr>
          <p:cNvGraphicFramePr>
            <a:graphicFrameLocks noGrp="1"/>
          </p:cNvGraphicFramePr>
          <p:nvPr>
            <p:ph idx="1"/>
            <p:extLst>
              <p:ext uri="{D42A27DB-BD31-4B8C-83A1-F6EECF244321}">
                <p14:modId xmlns:p14="http://schemas.microsoft.com/office/powerpoint/2010/main" val="4072754941"/>
              </p:ext>
            </p:extLst>
          </p:nvPr>
        </p:nvGraphicFramePr>
        <p:xfrm>
          <a:off x="603924" y="278780"/>
          <a:ext cx="10749875" cy="6213311"/>
        </p:xfrm>
        <a:graphic>
          <a:graphicData uri="http://schemas.openxmlformats.org/drawingml/2006/table">
            <a:tbl>
              <a:tblPr firstRow="1" bandRow="1">
                <a:tableStyleId>{5C22544A-7EE6-4342-B048-85BDC9FD1C3A}</a:tableStyleId>
              </a:tblPr>
              <a:tblGrid>
                <a:gridCol w="2149975">
                  <a:extLst>
                    <a:ext uri="{9D8B030D-6E8A-4147-A177-3AD203B41FA5}">
                      <a16:colId xmlns:a16="http://schemas.microsoft.com/office/drawing/2014/main" val="3756852329"/>
                    </a:ext>
                  </a:extLst>
                </a:gridCol>
                <a:gridCol w="2141486">
                  <a:extLst>
                    <a:ext uri="{9D8B030D-6E8A-4147-A177-3AD203B41FA5}">
                      <a16:colId xmlns:a16="http://schemas.microsoft.com/office/drawing/2014/main" val="427766247"/>
                    </a:ext>
                  </a:extLst>
                </a:gridCol>
                <a:gridCol w="2158464">
                  <a:extLst>
                    <a:ext uri="{9D8B030D-6E8A-4147-A177-3AD203B41FA5}">
                      <a16:colId xmlns:a16="http://schemas.microsoft.com/office/drawing/2014/main" val="2585873768"/>
                    </a:ext>
                  </a:extLst>
                </a:gridCol>
                <a:gridCol w="2149975">
                  <a:extLst>
                    <a:ext uri="{9D8B030D-6E8A-4147-A177-3AD203B41FA5}">
                      <a16:colId xmlns:a16="http://schemas.microsoft.com/office/drawing/2014/main" val="1503351586"/>
                    </a:ext>
                  </a:extLst>
                </a:gridCol>
                <a:gridCol w="2149975">
                  <a:extLst>
                    <a:ext uri="{9D8B030D-6E8A-4147-A177-3AD203B41FA5}">
                      <a16:colId xmlns:a16="http://schemas.microsoft.com/office/drawing/2014/main" val="3312531077"/>
                    </a:ext>
                  </a:extLst>
                </a:gridCol>
              </a:tblGrid>
              <a:tr h="570348">
                <a:tc>
                  <a:txBody>
                    <a:bodyPr/>
                    <a:lstStyle/>
                    <a:p>
                      <a:r>
                        <a:rPr lang="en-US" sz="1600" dirty="0">
                          <a:latin typeface="Times New Roman" panose="02020603050405020304" pitchFamily="18" charset="0"/>
                          <a:cs typeface="Times New Roman" panose="02020603050405020304" pitchFamily="18" charset="0"/>
                        </a:rPr>
                        <a:t>SNO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Name of the journal</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Name of the Author</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Title of the paper</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Key Findings</a:t>
                      </a:r>
                    </a:p>
                    <a:p>
                      <a:endParaRPr lang="en-US" dirty="0"/>
                    </a:p>
                  </a:txBody>
                  <a:tcPr/>
                </a:tc>
                <a:extLst>
                  <a:ext uri="{0D108BD9-81ED-4DB2-BD59-A6C34878D82A}">
                    <a16:rowId xmlns:a16="http://schemas.microsoft.com/office/drawing/2014/main" val="613453352"/>
                  </a:ext>
                </a:extLst>
              </a:tr>
              <a:tr h="2281391">
                <a:tc>
                  <a:txBody>
                    <a:bodyPr/>
                    <a:lstStyle/>
                    <a:p>
                      <a:r>
                        <a:rPr lang="en-US" sz="1200" dirty="0">
                          <a:latin typeface="Times New Roman" panose="02020603050405020304" pitchFamily="18" charset="0"/>
                          <a:cs typeface="Times New Roman" panose="02020603050405020304" pitchFamily="18"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IEEE Transactions on Computers, Vol. XX</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Hamed Farbeh, Hyeonggyu Kim</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Maximizing Efficiency of Error Detection/Correction Codes in Associative Cache Memories </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When configured to maximize the protection capability, EUC provides fourfold higher burst error detection/correction capability. Moreover, EUC is orthogonal to previous protection schemes and they can be redesigned based on the EUC architecture to further improve their efficiency.</a:t>
                      </a:r>
                    </a:p>
                    <a:p>
                      <a:endParaRPr lang="en-US" dirty="0"/>
                    </a:p>
                  </a:txBody>
                  <a:tcPr/>
                </a:tc>
                <a:extLst>
                  <a:ext uri="{0D108BD9-81ED-4DB2-BD59-A6C34878D82A}">
                    <a16:rowId xmlns:a16="http://schemas.microsoft.com/office/drawing/2014/main" val="1240599251"/>
                  </a:ext>
                </a:extLst>
              </a:tr>
              <a:tr h="1629565">
                <a:tc>
                  <a:txBody>
                    <a:bodyPr/>
                    <a:lstStyle/>
                    <a:p>
                      <a:r>
                        <a:rPr lang="en-US" sz="1200" dirty="0">
                          <a:latin typeface="Times New Roman" panose="02020603050405020304" pitchFamily="18" charset="0"/>
                          <a:cs typeface="Times New Roman" panose="02020603050405020304" pitchFamily="18" charset="0"/>
                        </a:rPr>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IEEE Access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Luis-J. Saiz-Adalid, Joaquín Gracia-Morán, J.-Carlos Baraza-Calvo</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Ultrafast Codes for Multiple Adjacent Error Correction and Double Error Detection</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ECC introduces encoding and decoding latencies, silicon area usage and power consumption. In other computer units, these parameters should be optimized, and redundancy would be less important. </a:t>
                      </a:r>
                    </a:p>
                    <a:p>
                      <a:endParaRPr lang="en-US" dirty="0"/>
                    </a:p>
                  </a:txBody>
                  <a:tcPr/>
                </a:tc>
                <a:extLst>
                  <a:ext uri="{0D108BD9-81ED-4DB2-BD59-A6C34878D82A}">
                    <a16:rowId xmlns:a16="http://schemas.microsoft.com/office/drawing/2014/main" val="4077125656"/>
                  </a:ext>
                </a:extLst>
              </a:tr>
              <a:tr h="1629565">
                <a:tc>
                  <a:txBody>
                    <a:bodyPr/>
                    <a:lstStyle/>
                    <a:p>
                      <a:r>
                        <a:rPr lang="en-US" sz="1200" dirty="0">
                          <a:latin typeface="Times New Roman" panose="02020603050405020304" pitchFamily="18" charset="0"/>
                          <a:cs typeface="Times New Roman" panose="02020603050405020304" pitchFamily="18" charset="0"/>
                        </a:rPr>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IEEE Transactions on Electromagnetic Compatibility</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Jonas Van Waes, Jens Vankeirsbilck, Jonas Lannoo</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Resilience of Error Correction Codes Against Harsh Electromagnetic Disturbances: Fault Elimination for Triplication-Based Error Correction Codes</a:t>
                      </a: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Times New Roman" panose="02020603050405020304" pitchFamily="18" charset="0"/>
                          <a:cs typeface="Times New Roman" panose="02020603050405020304" pitchFamily="18" charset="0"/>
                        </a:rPr>
                        <a:t>It is found that a code with inversion is significantly more robust to these disturbances. Furthermore, a systematic fault injection is also performed to search for vulnerabilities within the code itself. </a:t>
                      </a:r>
                    </a:p>
                    <a:p>
                      <a:endParaRPr lang="en-US" dirty="0"/>
                    </a:p>
                  </a:txBody>
                  <a:tcPr/>
                </a:tc>
                <a:extLst>
                  <a:ext uri="{0D108BD9-81ED-4DB2-BD59-A6C34878D82A}">
                    <a16:rowId xmlns:a16="http://schemas.microsoft.com/office/drawing/2014/main" val="3191527449"/>
                  </a:ext>
                </a:extLst>
              </a:tr>
            </a:tbl>
          </a:graphicData>
        </a:graphic>
      </p:graphicFrame>
    </p:spTree>
    <p:extLst>
      <p:ext uri="{BB962C8B-B14F-4D97-AF65-F5344CB8AC3E}">
        <p14:creationId xmlns:p14="http://schemas.microsoft.com/office/powerpoint/2010/main" val="29065425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995C8-903C-32EA-D123-40C220058E86}"/>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Scope of the work</a:t>
            </a:r>
          </a:p>
        </p:txBody>
      </p:sp>
      <p:sp>
        <p:nvSpPr>
          <p:cNvPr id="3" name="Content Placeholder 2">
            <a:extLst>
              <a:ext uri="{FF2B5EF4-FFF2-40B4-BE49-F238E27FC236}">
                <a16:creationId xmlns:a16="http://schemas.microsoft.com/office/drawing/2014/main" id="{1705A375-E34E-612E-5DC8-F39F909BD438}"/>
              </a:ext>
            </a:extLst>
          </p:cNvPr>
          <p:cNvSpPr>
            <a:spLocks noGrp="1"/>
          </p:cNvSpPr>
          <p:nvPr>
            <p:ph idx="1"/>
          </p:nvPr>
        </p:nvSpPr>
        <p:spPr/>
        <p:txBody>
          <a:bodyPr>
            <a:normAutofit/>
          </a:bodyPr>
          <a:lstStyle/>
          <a:p>
            <a:pPr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The project initiated to implement the minute and major error detection and correction using IRMC with the help of Verilog which is hardware description language.</a:t>
            </a:r>
          </a:p>
          <a:p>
            <a:pPr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It is helpful in proper mobile way communication without any disturbance and also helpful in faster broadband and ethernet services.</a:t>
            </a:r>
          </a:p>
          <a:p>
            <a:pPr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It is helpful in reducing delay and power used by the system.</a:t>
            </a:r>
          </a:p>
        </p:txBody>
      </p:sp>
    </p:spTree>
    <p:extLst>
      <p:ext uri="{BB962C8B-B14F-4D97-AF65-F5344CB8AC3E}">
        <p14:creationId xmlns:p14="http://schemas.microsoft.com/office/powerpoint/2010/main" val="35717273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CE620-7583-FC10-479F-13A7B64BC50F}"/>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6B38A4B0-A1E1-05AA-BBC5-4999838D7399}"/>
              </a:ext>
            </a:extLst>
          </p:cNvPr>
          <p:cNvSpPr>
            <a:spLocks noGrp="1"/>
          </p:cNvSpPr>
          <p:nvPr>
            <p:ph idx="1"/>
          </p:nvPr>
        </p:nvSpPr>
        <p:spPr/>
        <p:txBody>
          <a:bodyPr>
            <a:normAutofit/>
          </a:bodyPr>
          <a:lstStyle/>
          <a:p>
            <a:pPr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Encoding the 32-bit and 64-bit code</a:t>
            </a:r>
          </a:p>
          <a:p>
            <a:pPr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Decoding the code if any error exists.</a:t>
            </a:r>
          </a:p>
          <a:p>
            <a:pPr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Analyzing simulation results of Message code in Xilinx tool</a:t>
            </a:r>
          </a:p>
          <a:p>
            <a:pPr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Comparing the delay and power of IRMC algorithm with </a:t>
            </a:r>
            <a:r>
              <a:rPr lang="en-US" sz="2400">
                <a:latin typeface="Times New Roman" panose="02020603050405020304" pitchFamily="18" charset="0"/>
                <a:cs typeface="Times New Roman" panose="02020603050405020304" pitchFamily="18" charset="0"/>
              </a:rPr>
              <a:t>other algorithms.</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74678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75FB837-0EC4-9426-5DF1-D1C4DC3B19F5}"/>
              </a:ext>
            </a:extLst>
          </p:cNvPr>
          <p:cNvSpPr txBox="1">
            <a:spLocks/>
          </p:cNvSpPr>
          <p:nvPr/>
        </p:nvSpPr>
        <p:spPr>
          <a:xfrm>
            <a:off x="3572531" y="112697"/>
            <a:ext cx="504693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400" b="1" dirty="0">
                <a:latin typeface="Times New Roman" panose="02020603050405020304" pitchFamily="18" charset="0"/>
                <a:cs typeface="Times New Roman" panose="02020603050405020304" pitchFamily="18" charset="0"/>
              </a:rPr>
              <a:t>Block Diagram for Encoding</a:t>
            </a:r>
          </a:p>
        </p:txBody>
      </p:sp>
      <p:pic>
        <p:nvPicPr>
          <p:cNvPr id="7" name="Picture 6">
            <a:extLst>
              <a:ext uri="{FF2B5EF4-FFF2-40B4-BE49-F238E27FC236}">
                <a16:creationId xmlns:a16="http://schemas.microsoft.com/office/drawing/2014/main" id="{4A7AE373-91BF-29D3-62AE-49E98DF95738}"/>
              </a:ext>
            </a:extLst>
          </p:cNvPr>
          <p:cNvPicPr>
            <a:picLocks noChangeAspect="1"/>
          </p:cNvPicPr>
          <p:nvPr/>
        </p:nvPicPr>
        <p:blipFill>
          <a:blip r:embed="rId2"/>
          <a:stretch>
            <a:fillRect/>
          </a:stretch>
        </p:blipFill>
        <p:spPr>
          <a:xfrm>
            <a:off x="2848670" y="1086388"/>
            <a:ext cx="6911779" cy="5658915"/>
          </a:xfrm>
          <a:prstGeom prst="rect">
            <a:avLst/>
          </a:prstGeom>
        </p:spPr>
      </p:pic>
    </p:spTree>
    <p:extLst>
      <p:ext uri="{BB962C8B-B14F-4D97-AF65-F5344CB8AC3E}">
        <p14:creationId xmlns:p14="http://schemas.microsoft.com/office/powerpoint/2010/main" val="3302255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7D0BC-05D6-E5EC-8AEB-04FBACA66622}"/>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Terms used in Encoder</a:t>
            </a:r>
          </a:p>
        </p:txBody>
      </p:sp>
      <p:sp>
        <p:nvSpPr>
          <p:cNvPr id="3" name="Content Placeholder 2">
            <a:extLst>
              <a:ext uri="{FF2B5EF4-FFF2-40B4-BE49-F238E27FC236}">
                <a16:creationId xmlns:a16="http://schemas.microsoft.com/office/drawing/2014/main" id="{EC409434-255C-AC10-68F7-511F31B9066D}"/>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31 </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0 </a:t>
            </a:r>
            <a:r>
              <a:rPr lang="en-US" sz="2400" dirty="0">
                <a:latin typeface="Times New Roman" panose="02020603050405020304" pitchFamily="18" charset="0"/>
                <a:cs typeface="Times New Roman" panose="02020603050405020304" pitchFamily="18" charset="0"/>
              </a:rPr>
              <a:t> : 32-bit Original input bit</a:t>
            </a:r>
          </a:p>
          <a:p>
            <a:r>
              <a:rPr lang="en-US" sz="2400" dirty="0">
                <a:latin typeface="Times New Roman" panose="02020603050405020304" pitchFamily="18" charset="0"/>
                <a:cs typeface="Times New Roman" panose="02020603050405020304" pitchFamily="18" charset="0"/>
              </a:rPr>
              <a:t>H</a:t>
            </a:r>
            <a:r>
              <a:rPr lang="en-US" sz="2400" baseline="-25000" dirty="0">
                <a:latin typeface="Times New Roman" panose="02020603050405020304" pitchFamily="18" charset="0"/>
                <a:cs typeface="Times New Roman" panose="02020603050405020304" pitchFamily="18" charset="0"/>
              </a:rPr>
              <a:t>15</a:t>
            </a:r>
            <a:r>
              <a:rPr lang="en-US" sz="2400" dirty="0">
                <a:latin typeface="Times New Roman" panose="02020603050405020304" pitchFamily="18" charset="0"/>
                <a:cs typeface="Times New Roman" panose="02020603050405020304" pitchFamily="18" charset="0"/>
              </a:rPr>
              <a:t>-H</a:t>
            </a:r>
            <a:r>
              <a:rPr lang="en-US" sz="2400" baseline="-25000" dirty="0">
                <a:latin typeface="Times New Roman" panose="02020603050405020304" pitchFamily="18" charset="0"/>
                <a:cs typeface="Times New Roman" panose="02020603050405020304" pitchFamily="18" charset="0"/>
              </a:rPr>
              <a:t>0  </a:t>
            </a:r>
            <a:r>
              <a:rPr lang="en-US" sz="2400" dirty="0">
                <a:latin typeface="Times New Roman" panose="02020603050405020304" pitchFamily="18" charset="0"/>
                <a:cs typeface="Times New Roman" panose="02020603050405020304" pitchFamily="18" charset="0"/>
              </a:rPr>
              <a:t>: 16-bit Horizontal Redundant bits</a:t>
            </a:r>
          </a:p>
          <a:p>
            <a:r>
              <a:rPr lang="en-US" sz="2400" dirty="0">
                <a:latin typeface="Times New Roman" panose="02020603050405020304" pitchFamily="18" charset="0"/>
                <a:cs typeface="Times New Roman" panose="02020603050405020304" pitchFamily="18" charset="0"/>
              </a:rPr>
              <a:t>V</a:t>
            </a:r>
            <a:r>
              <a:rPr lang="en-US" sz="2400" baseline="-25000" dirty="0">
                <a:latin typeface="Times New Roman" panose="02020603050405020304" pitchFamily="18" charset="0"/>
                <a:cs typeface="Times New Roman" panose="02020603050405020304" pitchFamily="18" charset="0"/>
              </a:rPr>
              <a:t>15</a:t>
            </a:r>
            <a:r>
              <a:rPr lang="en-US" sz="2400" dirty="0">
                <a:latin typeface="Times New Roman" panose="02020603050405020304" pitchFamily="18" charset="0"/>
                <a:cs typeface="Times New Roman" panose="02020603050405020304" pitchFamily="18" charset="0"/>
              </a:rPr>
              <a:t>-V</a:t>
            </a:r>
            <a:r>
              <a:rPr lang="en-US" sz="2400" baseline="-25000" dirty="0">
                <a:latin typeface="Times New Roman" panose="02020603050405020304" pitchFamily="18" charset="0"/>
                <a:cs typeface="Times New Roman" panose="02020603050405020304" pitchFamily="18" charset="0"/>
              </a:rPr>
              <a:t>0 </a:t>
            </a:r>
            <a:r>
              <a:rPr lang="en-US" sz="2400" dirty="0">
                <a:latin typeface="Times New Roman" panose="02020603050405020304" pitchFamily="18" charset="0"/>
                <a:cs typeface="Times New Roman" panose="02020603050405020304" pitchFamily="18" charset="0"/>
              </a:rPr>
              <a:t> : 16-bit Vertical Redundant bits</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5198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1F2CD-2694-A3DF-28C4-3489A6CB3DB2}"/>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Encoder of IRMC Algorithm</a:t>
            </a:r>
          </a:p>
        </p:txBody>
      </p:sp>
      <p:sp>
        <p:nvSpPr>
          <p:cNvPr id="3" name="Content Placeholder 2">
            <a:extLst>
              <a:ext uri="{FF2B5EF4-FFF2-40B4-BE49-F238E27FC236}">
                <a16:creationId xmlns:a16="http://schemas.microsoft.com/office/drawing/2014/main" id="{77DFC727-8654-A4BB-86C5-BB4221E6EC4F}"/>
              </a:ext>
            </a:extLst>
          </p:cNvPr>
          <p:cNvSpPr>
            <a:spLocks noGrp="1"/>
          </p:cNvSpPr>
          <p:nvPr>
            <p:ph idx="1"/>
          </p:nvPr>
        </p:nvSpPr>
        <p:spPr/>
        <p:txBody>
          <a:bodyPr>
            <a:normAutofit/>
          </a:bodyPr>
          <a:lstStyle/>
          <a:p>
            <a:pPr algn="just"/>
            <a:r>
              <a:rPr lang="en-US" sz="1800" dirty="0">
                <a:solidFill>
                  <a:srgbClr val="212529"/>
                </a:solidFill>
                <a:effectLst/>
                <a:latin typeface="Times New Roman" panose="02020603050405020304" pitchFamily="18" charset="0"/>
                <a:ea typeface="Calibri" panose="020F0502020204030204" pitchFamily="34" charset="0"/>
              </a:rPr>
              <a:t>To detect and fix faults that may happen during transmission or storage, an encoder of an error detection and correction code utilizing the improved redundant matrix code algorithm requires adding extra bits to the original message.</a:t>
            </a:r>
          </a:p>
          <a:p>
            <a:pPr algn="just"/>
            <a:r>
              <a:rPr lang="en-US" sz="1800" kern="100" dirty="0">
                <a:solidFill>
                  <a:srgbClr val="212529"/>
                </a:solidFill>
                <a:effectLst/>
                <a:latin typeface="Times New Roman" panose="02020603050405020304" pitchFamily="18" charset="0"/>
                <a:ea typeface="Calibri" panose="020F0502020204030204" pitchFamily="34" charset="0"/>
                <a:cs typeface="Times New Roman" panose="02020603050405020304" pitchFamily="18" charset="0"/>
              </a:rPr>
              <a:t>The procedure of developing a redundant matrix code that may be used to spot faults and pinpoint where in the message they are located.</a:t>
            </a:r>
          </a:p>
          <a:p>
            <a:pPr algn="just"/>
            <a:r>
              <a:rPr lang="en-US" sz="1800" dirty="0">
                <a:solidFill>
                  <a:srgbClr val="212529"/>
                </a:solidFill>
                <a:effectLst/>
                <a:latin typeface="Times New Roman" panose="02020603050405020304" pitchFamily="18" charset="0"/>
                <a:ea typeface="Calibri" panose="020F0502020204030204" pitchFamily="34" charset="0"/>
              </a:rPr>
              <a:t>A sophisticated error detection and correction method that can find and fix numerous faults in a message is the </a:t>
            </a:r>
            <a:r>
              <a:rPr lang="en-US" sz="1800" dirty="0">
                <a:solidFill>
                  <a:srgbClr val="212529"/>
                </a:solidFill>
                <a:latin typeface="Times New Roman" panose="02020603050405020304" pitchFamily="18" charset="0"/>
                <a:ea typeface="Calibri" panose="020F0502020204030204" pitchFamily="34" charset="0"/>
              </a:rPr>
              <a:t>Improv</a:t>
            </a:r>
            <a:r>
              <a:rPr lang="en-US" sz="1800" dirty="0">
                <a:solidFill>
                  <a:srgbClr val="212529"/>
                </a:solidFill>
                <a:effectLst/>
                <a:latin typeface="Times New Roman" panose="02020603050405020304" pitchFamily="18" charset="0"/>
                <a:ea typeface="Calibri" panose="020F0502020204030204" pitchFamily="34" charset="0"/>
              </a:rPr>
              <a:t>ed Redundant Matrix Code Algorithm.</a:t>
            </a:r>
            <a:endParaRPr lang="en-US" sz="1800" kern="100" dirty="0">
              <a:solidFill>
                <a:srgbClr val="212529"/>
              </a:solidFill>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800" dirty="0">
                <a:solidFill>
                  <a:srgbClr val="212529"/>
                </a:solidFill>
                <a:effectLst/>
                <a:latin typeface="Times New Roman" panose="02020603050405020304" pitchFamily="18" charset="0"/>
                <a:ea typeface="Calibri" panose="020F0502020204030204" pitchFamily="34" charset="0"/>
              </a:rPr>
              <a:t>If an error occurs during transmission or storage, the receiver can utilize the parity check matrix to identify the kind and location of the fault. The parity bit can be used to fix errors that involve a single bit.</a:t>
            </a:r>
            <a:endParaRPr lang="en-US" sz="1800" kern="100" dirty="0">
              <a:solidFill>
                <a:srgbClr val="212529"/>
              </a:solidFill>
              <a:effectLst/>
              <a:latin typeface="Times New Roman" panose="02020603050405020304" pitchFamily="18" charset="0"/>
              <a:ea typeface="Calibri" panose="020F0502020204030204" pitchFamily="34" charset="0"/>
              <a:cs typeface="Times New Roman" panose="02020603050405020304" pitchFamily="18" charset="0"/>
            </a:endParaRPr>
          </a:p>
          <a:p>
            <a:pPr algn="just"/>
            <a:r>
              <a:rPr lang="en-US" sz="1800" dirty="0">
                <a:solidFill>
                  <a:srgbClr val="212529"/>
                </a:solidFill>
                <a:latin typeface="Times New Roman" panose="02020603050405020304" pitchFamily="18" charset="0"/>
                <a:ea typeface="Calibri" panose="020F0502020204030204" pitchFamily="34" charset="0"/>
              </a:rPr>
              <a:t>T</a:t>
            </a:r>
            <a:r>
              <a:rPr lang="en-US" sz="1800" dirty="0">
                <a:solidFill>
                  <a:srgbClr val="212529"/>
                </a:solidFill>
                <a:effectLst/>
                <a:latin typeface="Times New Roman" panose="02020603050405020304" pitchFamily="18" charset="0"/>
                <a:ea typeface="Calibri" panose="020F0502020204030204" pitchFamily="34" charset="0"/>
              </a:rPr>
              <a:t>he </a:t>
            </a:r>
            <a:r>
              <a:rPr lang="en-US" sz="1800" dirty="0">
                <a:solidFill>
                  <a:srgbClr val="212529"/>
                </a:solidFill>
                <a:latin typeface="Times New Roman" panose="02020603050405020304" pitchFamily="18" charset="0"/>
                <a:ea typeface="Calibri" panose="020F0502020204030204" pitchFamily="34" charset="0"/>
              </a:rPr>
              <a:t>Improv</a:t>
            </a:r>
            <a:r>
              <a:rPr lang="en-US" sz="1800" dirty="0">
                <a:solidFill>
                  <a:srgbClr val="212529"/>
                </a:solidFill>
                <a:effectLst/>
                <a:latin typeface="Times New Roman" panose="02020603050405020304" pitchFamily="18" charset="0"/>
                <a:ea typeface="Calibri" panose="020F0502020204030204" pitchFamily="34" charset="0"/>
              </a:rPr>
              <a:t>ed Redundant Matrix Code Algorithm-based Encoder of an Error Detection and Correction Code offers a very efficient way to find and fix problems in messages.</a:t>
            </a:r>
          </a:p>
          <a:p>
            <a:pPr algn="just"/>
            <a:r>
              <a:rPr lang="en-US" sz="1800" kern="100" dirty="0">
                <a:solidFill>
                  <a:srgbClr val="212529"/>
                </a:solidFill>
                <a:effectLst/>
                <a:latin typeface="Times New Roman" panose="02020603050405020304" pitchFamily="18" charset="0"/>
                <a:ea typeface="Calibri" panose="020F0502020204030204" pitchFamily="34" charset="0"/>
                <a:cs typeface="Times New Roman" panose="02020603050405020304" pitchFamily="18" charset="0"/>
              </a:rPr>
              <a:t>It is widely utilized in many different applications, such as digital media, data storage systems, and communication systems.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sz="1800" dirty="0"/>
          </a:p>
        </p:txBody>
      </p:sp>
    </p:spTree>
    <p:extLst>
      <p:ext uri="{BB962C8B-B14F-4D97-AF65-F5344CB8AC3E}">
        <p14:creationId xmlns:p14="http://schemas.microsoft.com/office/powerpoint/2010/main" val="4188023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90ABB-EC5B-7915-3891-8C4A672EDEC4}"/>
              </a:ext>
            </a:extLst>
          </p:cNvPr>
          <p:cNvSpPr>
            <a:spLocks noGrp="1"/>
          </p:cNvSpPr>
          <p:nvPr>
            <p:ph type="title"/>
          </p:nvPr>
        </p:nvSpPr>
        <p:spPr/>
        <p:txBody>
          <a:bodyPr>
            <a:normAutofit/>
          </a:bodyPr>
          <a:lstStyle/>
          <a:p>
            <a:r>
              <a:rPr lang="en-US" sz="2400" b="1" dirty="0">
                <a:effectLst/>
                <a:latin typeface="Times New Roman" panose="02020603050405020304" pitchFamily="18" charset="0"/>
                <a:ea typeface="Calibri" panose="020F0502020204030204" pitchFamily="34" charset="0"/>
              </a:rPr>
              <a:t>AXL Calculation for generation of redundant bits</a:t>
            </a:r>
            <a:endParaRPr lang="en-US" sz="5400" dirty="0"/>
          </a:p>
        </p:txBody>
      </p:sp>
      <p:sp>
        <p:nvSpPr>
          <p:cNvPr id="3" name="Content Placeholder 2">
            <a:extLst>
              <a:ext uri="{FF2B5EF4-FFF2-40B4-BE49-F238E27FC236}">
                <a16:creationId xmlns:a16="http://schemas.microsoft.com/office/drawing/2014/main" id="{78FB3FDB-49F9-7CFB-2BC4-67A4B5CFAD9E}"/>
              </a:ext>
            </a:extLst>
          </p:cNvPr>
          <p:cNvSpPr>
            <a:spLocks noGrp="1"/>
          </p:cNvSpPr>
          <p:nvPr>
            <p:ph idx="1"/>
          </p:nvPr>
        </p:nvSpPr>
        <p:spPr/>
        <p:txBody>
          <a:bodyPr/>
          <a:lstStyle/>
          <a:p>
            <a:pPr algn="just"/>
            <a:r>
              <a:rPr lang="en-US" sz="1800" dirty="0">
                <a:solidFill>
                  <a:srgbClr val="212529"/>
                </a:solidFill>
                <a:effectLst/>
                <a:latin typeface="Times New Roman" panose="02020603050405020304" pitchFamily="18" charset="0"/>
                <a:ea typeface="Calibri" panose="020F0502020204030204" pitchFamily="34" charset="0"/>
              </a:rPr>
              <a:t>The Additional Checksum for XOR-Like Functions is referred to as AXL in the encoder of an Error Detection and Correction code that uses the Enhanced Redundant Matrix Code Algorithm. It's a method for figuring out extra redundant bits that can be used for error prevention and rectification.</a:t>
            </a:r>
          </a:p>
          <a:p>
            <a:pPr algn="just"/>
            <a:r>
              <a:rPr lang="en-US" sz="1800" dirty="0">
                <a:solidFill>
                  <a:srgbClr val="212529"/>
                </a:solidFill>
                <a:effectLst/>
                <a:latin typeface="Times New Roman" panose="02020603050405020304" pitchFamily="18" charset="0"/>
                <a:ea typeface="Calibri" panose="020F0502020204030204" pitchFamily="34" charset="0"/>
              </a:rPr>
              <a:t>The various subsets of the input data bits are XORed together throughout the AXL computation process, and the results are then combined to produce the extra redundant bits.</a:t>
            </a:r>
            <a:endParaRPr lang="en-US" sz="1800" dirty="0">
              <a:solidFill>
                <a:srgbClr val="212529"/>
              </a:solidFill>
              <a:latin typeface="Times New Roman" panose="02020603050405020304" pitchFamily="18" charset="0"/>
              <a:ea typeface="Calibri" panose="020F0502020204030204" pitchFamily="34" charset="0"/>
            </a:endParaRPr>
          </a:p>
          <a:p>
            <a:pPr algn="just"/>
            <a:r>
              <a:rPr lang="en-US" sz="1800" dirty="0">
                <a:solidFill>
                  <a:srgbClr val="212529"/>
                </a:solidFill>
                <a:effectLst/>
                <a:latin typeface="Times New Roman" panose="02020603050405020304" pitchFamily="18" charset="0"/>
                <a:ea typeface="Calibri" panose="020F0502020204030204" pitchFamily="34" charset="0"/>
              </a:rPr>
              <a:t>The final AXL bits are created by combining the checksum values obtained after repeating this process for various subsets of bits. The original data bits are then combined with the AXL bits to form a new, larger block of data that may be delivered with better error detection and correction capabilities.</a:t>
            </a:r>
          </a:p>
          <a:p>
            <a:pPr algn="just"/>
            <a:r>
              <a:rPr lang="en-US" sz="1800" kern="100" dirty="0">
                <a:solidFill>
                  <a:srgbClr val="212529"/>
                </a:solidFill>
                <a:effectLst/>
                <a:latin typeface="Times New Roman" panose="02020603050405020304" pitchFamily="18" charset="0"/>
                <a:ea typeface="Calibri" panose="020F0502020204030204" pitchFamily="34" charset="0"/>
                <a:cs typeface="Times New Roman" panose="02020603050405020304" pitchFamily="18" charset="0"/>
              </a:rPr>
              <a:t>Overall, the Enhanced Redundant Matrix Code Algorithm benefits from the increased error detection and correction capabilities provided by the AXL calculation method, which can increase the precision and dependability of data transmission.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373135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E2A64-916D-5855-2A77-A01249034076}"/>
              </a:ext>
            </a:extLst>
          </p:cNvPr>
          <p:cNvSpPr>
            <a:spLocks noGrp="1"/>
          </p:cNvSpPr>
          <p:nvPr>
            <p:ph type="title"/>
          </p:nvPr>
        </p:nvSpPr>
        <p:spPr>
          <a:xfrm>
            <a:off x="838199" y="365126"/>
            <a:ext cx="7770541" cy="961870"/>
          </a:xfrm>
        </p:spPr>
        <p:txBody>
          <a:bodyPr>
            <a:normAutofit/>
          </a:bodyPr>
          <a:lstStyle/>
          <a:p>
            <a:r>
              <a:rPr lang="en-IN" sz="2400" b="1" dirty="0">
                <a:latin typeface="Times New Roman" panose="02020603050405020304" pitchFamily="18" charset="0"/>
                <a:cs typeface="Times New Roman" panose="02020603050405020304" pitchFamily="18" charset="0"/>
              </a:rPr>
              <a:t>Logical organization of Information and Redundant bits</a:t>
            </a:r>
          </a:p>
        </p:txBody>
      </p:sp>
      <p:graphicFrame>
        <p:nvGraphicFramePr>
          <p:cNvPr id="8" name="Table 8">
            <a:extLst>
              <a:ext uri="{FF2B5EF4-FFF2-40B4-BE49-F238E27FC236}">
                <a16:creationId xmlns:a16="http://schemas.microsoft.com/office/drawing/2014/main" id="{2549D933-C873-E9F6-4B5F-C34524245DDF}"/>
              </a:ext>
            </a:extLst>
          </p:cNvPr>
          <p:cNvGraphicFramePr>
            <a:graphicFrameLocks noGrp="1"/>
          </p:cNvGraphicFramePr>
          <p:nvPr>
            <p:extLst>
              <p:ext uri="{D42A27DB-BD31-4B8C-83A1-F6EECF244321}">
                <p14:modId xmlns:p14="http://schemas.microsoft.com/office/powerpoint/2010/main" val="3468769684"/>
              </p:ext>
            </p:extLst>
          </p:nvPr>
        </p:nvGraphicFramePr>
        <p:xfrm>
          <a:off x="2031999" y="2085278"/>
          <a:ext cx="8438994" cy="2062977"/>
        </p:xfrm>
        <a:graphic>
          <a:graphicData uri="http://schemas.openxmlformats.org/drawingml/2006/table">
            <a:tbl>
              <a:tblPr firstRow="1" bandRow="1">
                <a:tableStyleId>{F5AB1C69-6EDB-4FF4-983F-18BD219EF322}</a:tableStyleId>
              </a:tblPr>
              <a:tblGrid>
                <a:gridCol w="1406499">
                  <a:extLst>
                    <a:ext uri="{9D8B030D-6E8A-4147-A177-3AD203B41FA5}">
                      <a16:colId xmlns:a16="http://schemas.microsoft.com/office/drawing/2014/main" val="3162935350"/>
                    </a:ext>
                  </a:extLst>
                </a:gridCol>
                <a:gridCol w="1406499">
                  <a:extLst>
                    <a:ext uri="{9D8B030D-6E8A-4147-A177-3AD203B41FA5}">
                      <a16:colId xmlns:a16="http://schemas.microsoft.com/office/drawing/2014/main" val="759193175"/>
                    </a:ext>
                  </a:extLst>
                </a:gridCol>
                <a:gridCol w="1406499">
                  <a:extLst>
                    <a:ext uri="{9D8B030D-6E8A-4147-A177-3AD203B41FA5}">
                      <a16:colId xmlns:a16="http://schemas.microsoft.com/office/drawing/2014/main" val="1306612432"/>
                    </a:ext>
                  </a:extLst>
                </a:gridCol>
                <a:gridCol w="1406499">
                  <a:extLst>
                    <a:ext uri="{9D8B030D-6E8A-4147-A177-3AD203B41FA5}">
                      <a16:colId xmlns:a16="http://schemas.microsoft.com/office/drawing/2014/main" val="2418938272"/>
                    </a:ext>
                  </a:extLst>
                </a:gridCol>
                <a:gridCol w="1406499">
                  <a:extLst>
                    <a:ext uri="{9D8B030D-6E8A-4147-A177-3AD203B41FA5}">
                      <a16:colId xmlns:a16="http://schemas.microsoft.com/office/drawing/2014/main" val="3449391370"/>
                    </a:ext>
                  </a:extLst>
                </a:gridCol>
                <a:gridCol w="1406499">
                  <a:extLst>
                    <a:ext uri="{9D8B030D-6E8A-4147-A177-3AD203B41FA5}">
                      <a16:colId xmlns:a16="http://schemas.microsoft.com/office/drawing/2014/main" val="828047362"/>
                    </a:ext>
                  </a:extLst>
                </a:gridCol>
              </a:tblGrid>
              <a:tr h="760414">
                <a:tc>
                  <a:txBody>
                    <a:bodyPr/>
                    <a:lstStyle/>
                    <a:p>
                      <a:r>
                        <a:rPr lang="en-US" dirty="0"/>
                        <a:t>B</a:t>
                      </a:r>
                      <a:r>
                        <a:rPr lang="en-US" baseline="-25000" dirty="0"/>
                        <a:t>15</a:t>
                      </a:r>
                      <a:r>
                        <a:rPr lang="en-US" baseline="0" dirty="0"/>
                        <a:t>B</a:t>
                      </a:r>
                      <a:r>
                        <a:rPr lang="en-US" baseline="-25000" dirty="0"/>
                        <a:t>14</a:t>
                      </a:r>
                      <a:r>
                        <a:rPr lang="en-US" baseline="0" dirty="0"/>
                        <a:t>B</a:t>
                      </a:r>
                      <a:r>
                        <a:rPr lang="en-US" baseline="-25000" dirty="0"/>
                        <a:t>13</a:t>
                      </a:r>
                      <a:r>
                        <a:rPr lang="en-US" baseline="0" dirty="0"/>
                        <a:t>B</a:t>
                      </a:r>
                      <a:r>
                        <a:rPr lang="en-US" baseline="-25000" dirty="0"/>
                        <a:t>12</a:t>
                      </a:r>
                      <a:endParaRPr lang="en-US" baseline="0" dirty="0"/>
                    </a:p>
                    <a:p>
                      <a:r>
                        <a:rPr lang="en-US" baseline="0" dirty="0"/>
                        <a:t>(S</a:t>
                      </a:r>
                      <a:r>
                        <a:rPr lang="en-US" baseline="-25000" dirty="0"/>
                        <a:t>3</a:t>
                      </a:r>
                      <a:r>
                        <a:rPr lang="en-US" baseline="0" dirty="0"/>
                        <a:t>)</a:t>
                      </a:r>
                      <a:endParaRPr lang="en-US" baseline="-25000" dirty="0"/>
                    </a:p>
                  </a:txBody>
                  <a:tcPr/>
                </a:tc>
                <a:tc>
                  <a:txBody>
                    <a:bodyPr/>
                    <a:lstStyle/>
                    <a:p>
                      <a:r>
                        <a:rPr lang="en-US" baseline="0" dirty="0"/>
                        <a:t>B</a:t>
                      </a:r>
                      <a:r>
                        <a:rPr lang="en-US" baseline="-25000" dirty="0"/>
                        <a:t>11</a:t>
                      </a:r>
                      <a:r>
                        <a:rPr lang="en-US" baseline="0" dirty="0"/>
                        <a:t>B</a:t>
                      </a:r>
                      <a:r>
                        <a:rPr lang="en-US" baseline="-25000" dirty="0"/>
                        <a:t>10</a:t>
                      </a:r>
                      <a:r>
                        <a:rPr lang="en-US" baseline="0" dirty="0"/>
                        <a:t>B</a:t>
                      </a:r>
                      <a:r>
                        <a:rPr lang="en-US" baseline="-25000" dirty="0"/>
                        <a:t>9</a:t>
                      </a:r>
                      <a:r>
                        <a:rPr lang="en-US" baseline="0" dirty="0"/>
                        <a:t>B</a:t>
                      </a:r>
                      <a:r>
                        <a:rPr lang="en-US" baseline="-25000" dirty="0"/>
                        <a:t>8</a:t>
                      </a:r>
                      <a:endParaRPr lang="en-US" baseline="0" dirty="0"/>
                    </a:p>
                    <a:p>
                      <a:r>
                        <a:rPr lang="en-US" baseline="0" dirty="0"/>
                        <a:t>(S</a:t>
                      </a:r>
                      <a:r>
                        <a:rPr lang="en-US" baseline="-25000" dirty="0"/>
                        <a:t>2</a:t>
                      </a:r>
                      <a:r>
                        <a:rPr lang="en-US" baseline="0" dirty="0"/>
                        <a:t>)</a:t>
                      </a:r>
                    </a:p>
                  </a:txBody>
                  <a:tcPr/>
                </a:tc>
                <a:tc>
                  <a:txBody>
                    <a:bodyPr/>
                    <a:lstStyle/>
                    <a:p>
                      <a:r>
                        <a:rPr lang="en-US" dirty="0"/>
                        <a:t>B</a:t>
                      </a:r>
                      <a:r>
                        <a:rPr lang="en-US" baseline="-25000" dirty="0"/>
                        <a:t>7</a:t>
                      </a:r>
                      <a:r>
                        <a:rPr lang="en-US" baseline="0" dirty="0"/>
                        <a:t>B</a:t>
                      </a:r>
                      <a:r>
                        <a:rPr lang="en-US" baseline="-25000" dirty="0"/>
                        <a:t>6</a:t>
                      </a:r>
                      <a:r>
                        <a:rPr lang="en-US" baseline="0" dirty="0"/>
                        <a:t>B</a:t>
                      </a:r>
                      <a:r>
                        <a:rPr lang="en-US" baseline="-25000" dirty="0"/>
                        <a:t>5</a:t>
                      </a:r>
                      <a:r>
                        <a:rPr lang="en-US" baseline="0" dirty="0"/>
                        <a:t>B</a:t>
                      </a:r>
                      <a:r>
                        <a:rPr lang="en-US" baseline="-25000" dirty="0"/>
                        <a:t>4</a:t>
                      </a:r>
                    </a:p>
                    <a:p>
                      <a:r>
                        <a:rPr lang="en-US" baseline="0" dirty="0"/>
                        <a:t>(S</a:t>
                      </a:r>
                      <a:r>
                        <a:rPr lang="en-US" baseline="-25000" dirty="0"/>
                        <a:t>1</a:t>
                      </a:r>
                      <a:r>
                        <a:rPr lang="en-US" baseline="0" dirty="0"/>
                        <a:t>)</a:t>
                      </a:r>
                    </a:p>
                  </a:txBody>
                  <a:tcPr/>
                </a:tc>
                <a:tc>
                  <a:txBody>
                    <a:bodyPr/>
                    <a:lstStyle/>
                    <a:p>
                      <a:r>
                        <a:rPr lang="en-US" dirty="0"/>
                        <a:t>B</a:t>
                      </a:r>
                      <a:r>
                        <a:rPr lang="en-US" baseline="-25000" dirty="0"/>
                        <a:t>3</a:t>
                      </a:r>
                      <a:r>
                        <a:rPr lang="en-US" baseline="0" dirty="0"/>
                        <a:t>B</a:t>
                      </a:r>
                      <a:r>
                        <a:rPr lang="en-US" baseline="-25000" dirty="0"/>
                        <a:t>2</a:t>
                      </a:r>
                      <a:r>
                        <a:rPr lang="en-US" baseline="0" dirty="0"/>
                        <a:t>B</a:t>
                      </a:r>
                      <a:r>
                        <a:rPr lang="en-US" baseline="-25000" dirty="0"/>
                        <a:t>1</a:t>
                      </a:r>
                      <a:r>
                        <a:rPr lang="en-US" baseline="0" dirty="0"/>
                        <a:t>B</a:t>
                      </a:r>
                      <a:r>
                        <a:rPr lang="en-US" baseline="-25000" dirty="0"/>
                        <a:t>0</a:t>
                      </a:r>
                      <a:endParaRPr lang="en-US" baseline="0" dirty="0"/>
                    </a:p>
                    <a:p>
                      <a:r>
                        <a:rPr lang="en-US" baseline="0" dirty="0"/>
                        <a:t>(S</a:t>
                      </a:r>
                      <a:r>
                        <a:rPr lang="en-US" baseline="-25000" dirty="0"/>
                        <a:t>0</a:t>
                      </a:r>
                      <a:r>
                        <a:rPr lang="en-US" baseline="0" dirty="0"/>
                        <a:t>)</a:t>
                      </a:r>
                      <a:endParaRPr lang="en-US" dirty="0"/>
                    </a:p>
                  </a:txBody>
                  <a:tcPr/>
                </a:tc>
                <a:tc>
                  <a:txBody>
                    <a:bodyPr/>
                    <a:lstStyle/>
                    <a:p>
                      <a:r>
                        <a:rPr lang="en-US" dirty="0"/>
                        <a:t>H</a:t>
                      </a:r>
                      <a:r>
                        <a:rPr lang="en-US" baseline="-25000" dirty="0"/>
                        <a:t>7</a:t>
                      </a:r>
                      <a:r>
                        <a:rPr lang="en-US" baseline="0" dirty="0"/>
                        <a:t>H</a:t>
                      </a:r>
                      <a:r>
                        <a:rPr lang="en-US" baseline="-25000" dirty="0"/>
                        <a:t>6</a:t>
                      </a:r>
                      <a:r>
                        <a:rPr lang="en-US" baseline="0" dirty="0"/>
                        <a:t>H</a:t>
                      </a:r>
                      <a:r>
                        <a:rPr lang="en-US" baseline="-25000" dirty="0"/>
                        <a:t>5</a:t>
                      </a:r>
                      <a:r>
                        <a:rPr lang="en-US" baseline="0" dirty="0"/>
                        <a:t>H</a:t>
                      </a:r>
                      <a:r>
                        <a:rPr lang="en-US" baseline="-25000" dirty="0"/>
                        <a:t>4</a:t>
                      </a:r>
                      <a:endParaRPr lang="en-US" dirty="0"/>
                    </a:p>
                  </a:txBody>
                  <a:tcPr/>
                </a:tc>
                <a:tc>
                  <a:txBody>
                    <a:bodyPr/>
                    <a:lstStyle/>
                    <a:p>
                      <a:r>
                        <a:rPr lang="en-US" baseline="0" dirty="0"/>
                        <a:t>H</a:t>
                      </a:r>
                      <a:r>
                        <a:rPr lang="en-US" baseline="-25000" dirty="0"/>
                        <a:t>3</a:t>
                      </a:r>
                      <a:r>
                        <a:rPr lang="en-US" baseline="0" dirty="0"/>
                        <a:t>H</a:t>
                      </a:r>
                      <a:r>
                        <a:rPr lang="en-US" baseline="-25000" dirty="0"/>
                        <a:t>2</a:t>
                      </a:r>
                      <a:r>
                        <a:rPr lang="en-US" baseline="0" dirty="0"/>
                        <a:t>H</a:t>
                      </a:r>
                      <a:r>
                        <a:rPr lang="en-US" baseline="-25000" dirty="0"/>
                        <a:t>1</a:t>
                      </a:r>
                      <a:r>
                        <a:rPr lang="en-US" baseline="0" dirty="0"/>
                        <a:t>H</a:t>
                      </a:r>
                      <a:r>
                        <a:rPr lang="en-US" baseline="-25000" dirty="0"/>
                        <a:t>0</a:t>
                      </a:r>
                      <a:endParaRPr lang="en-US" baseline="0" dirty="0"/>
                    </a:p>
                  </a:txBody>
                  <a:tcPr/>
                </a:tc>
                <a:extLst>
                  <a:ext uri="{0D108BD9-81ED-4DB2-BD59-A6C34878D82A}">
                    <a16:rowId xmlns:a16="http://schemas.microsoft.com/office/drawing/2014/main" val="4073835082"/>
                  </a:ext>
                </a:extLst>
              </a:tr>
              <a:tr h="760414">
                <a:tc>
                  <a:txBody>
                    <a:bodyPr/>
                    <a:lstStyle/>
                    <a:p>
                      <a:r>
                        <a:rPr lang="en-US" dirty="0"/>
                        <a:t>B</a:t>
                      </a:r>
                      <a:r>
                        <a:rPr lang="en-US" baseline="-25000" dirty="0"/>
                        <a:t>31</a:t>
                      </a:r>
                      <a:r>
                        <a:rPr lang="en-US" baseline="0" dirty="0"/>
                        <a:t>B</a:t>
                      </a:r>
                      <a:r>
                        <a:rPr lang="en-US" baseline="-25000" dirty="0"/>
                        <a:t>30</a:t>
                      </a:r>
                      <a:r>
                        <a:rPr lang="en-US" baseline="0" dirty="0"/>
                        <a:t>B</a:t>
                      </a:r>
                      <a:r>
                        <a:rPr lang="en-US" baseline="-25000" dirty="0"/>
                        <a:t>29</a:t>
                      </a:r>
                      <a:r>
                        <a:rPr lang="en-US" baseline="0" dirty="0"/>
                        <a:t>B</a:t>
                      </a:r>
                      <a:r>
                        <a:rPr lang="en-US" baseline="-25000" dirty="0"/>
                        <a:t>28</a:t>
                      </a:r>
                      <a:endParaRPr lang="en-US" baseline="0" dirty="0"/>
                    </a:p>
                    <a:p>
                      <a:r>
                        <a:rPr lang="en-US" baseline="0" dirty="0"/>
                        <a:t>(S</a:t>
                      </a:r>
                      <a:r>
                        <a:rPr lang="en-US" baseline="-25000" dirty="0"/>
                        <a:t>7</a:t>
                      </a:r>
                      <a:r>
                        <a:rPr lang="en-US" baseline="0" dirty="0"/>
                        <a:t>)</a:t>
                      </a:r>
                      <a:endParaRPr lang="en-US" dirty="0"/>
                    </a:p>
                  </a:txBody>
                  <a:tcPr/>
                </a:tc>
                <a:tc>
                  <a:txBody>
                    <a:bodyPr/>
                    <a:lstStyle/>
                    <a:p>
                      <a:r>
                        <a:rPr lang="en-US" dirty="0"/>
                        <a:t>B</a:t>
                      </a:r>
                      <a:r>
                        <a:rPr lang="en-US" baseline="-25000" dirty="0"/>
                        <a:t>27</a:t>
                      </a:r>
                      <a:r>
                        <a:rPr lang="en-US" baseline="0" dirty="0"/>
                        <a:t>B</a:t>
                      </a:r>
                      <a:r>
                        <a:rPr lang="en-US" baseline="-25000" dirty="0"/>
                        <a:t>26</a:t>
                      </a:r>
                      <a:r>
                        <a:rPr lang="en-US" baseline="0" dirty="0"/>
                        <a:t>B</a:t>
                      </a:r>
                      <a:r>
                        <a:rPr lang="en-US" baseline="-25000" dirty="0"/>
                        <a:t>25</a:t>
                      </a:r>
                      <a:r>
                        <a:rPr lang="en-US" baseline="0" dirty="0"/>
                        <a:t>B</a:t>
                      </a:r>
                      <a:r>
                        <a:rPr lang="en-US" baseline="-25000" dirty="0"/>
                        <a:t>24</a:t>
                      </a:r>
                      <a:endParaRPr lang="en-US" baseline="0" dirty="0"/>
                    </a:p>
                    <a:p>
                      <a:r>
                        <a:rPr lang="en-US" baseline="0" dirty="0"/>
                        <a:t>(S</a:t>
                      </a:r>
                      <a:r>
                        <a:rPr lang="en-US" baseline="-25000" dirty="0"/>
                        <a:t>6</a:t>
                      </a:r>
                      <a:r>
                        <a:rPr lang="en-US" baseline="0" dirty="0"/>
                        <a:t>)</a:t>
                      </a:r>
                      <a:endParaRPr lang="en-US" dirty="0"/>
                    </a:p>
                  </a:txBody>
                  <a:tcPr/>
                </a:tc>
                <a:tc>
                  <a:txBody>
                    <a:bodyPr/>
                    <a:lstStyle/>
                    <a:p>
                      <a:r>
                        <a:rPr lang="en-US" dirty="0"/>
                        <a:t>B</a:t>
                      </a:r>
                      <a:r>
                        <a:rPr lang="en-US" baseline="-25000" dirty="0"/>
                        <a:t>23</a:t>
                      </a:r>
                      <a:r>
                        <a:rPr lang="en-US" baseline="0" dirty="0"/>
                        <a:t>B</a:t>
                      </a:r>
                      <a:r>
                        <a:rPr lang="en-US" baseline="-25000" dirty="0"/>
                        <a:t>22</a:t>
                      </a:r>
                      <a:r>
                        <a:rPr lang="en-US" baseline="0" dirty="0"/>
                        <a:t>B</a:t>
                      </a:r>
                      <a:r>
                        <a:rPr lang="en-US" baseline="-25000" dirty="0"/>
                        <a:t>21</a:t>
                      </a:r>
                      <a:r>
                        <a:rPr lang="en-US" baseline="0" dirty="0"/>
                        <a:t>B</a:t>
                      </a:r>
                      <a:r>
                        <a:rPr lang="en-US" baseline="-25000" dirty="0"/>
                        <a:t>20</a:t>
                      </a:r>
                      <a:endParaRPr lang="en-US" baseline="0" dirty="0"/>
                    </a:p>
                    <a:p>
                      <a:r>
                        <a:rPr lang="en-US" baseline="0" dirty="0"/>
                        <a:t>(S</a:t>
                      </a:r>
                      <a:r>
                        <a:rPr lang="en-US" baseline="-25000" dirty="0"/>
                        <a:t>5</a:t>
                      </a:r>
                      <a:r>
                        <a:rPr lang="en-US" baseline="0" dirty="0"/>
                        <a:t>)</a:t>
                      </a:r>
                      <a:endParaRPr lang="en-US" dirty="0"/>
                    </a:p>
                  </a:txBody>
                  <a:tcPr/>
                </a:tc>
                <a:tc>
                  <a:txBody>
                    <a:bodyPr/>
                    <a:lstStyle/>
                    <a:p>
                      <a:r>
                        <a:rPr lang="en-US" dirty="0"/>
                        <a:t>B</a:t>
                      </a:r>
                      <a:r>
                        <a:rPr lang="en-US" baseline="-25000" dirty="0"/>
                        <a:t>19</a:t>
                      </a:r>
                      <a:r>
                        <a:rPr lang="en-US" baseline="0" dirty="0"/>
                        <a:t>B</a:t>
                      </a:r>
                      <a:r>
                        <a:rPr lang="en-US" baseline="-25000" dirty="0"/>
                        <a:t>18</a:t>
                      </a:r>
                      <a:r>
                        <a:rPr lang="en-US" baseline="0" dirty="0"/>
                        <a:t>B</a:t>
                      </a:r>
                      <a:r>
                        <a:rPr lang="en-US" baseline="-25000" dirty="0"/>
                        <a:t>17</a:t>
                      </a:r>
                      <a:r>
                        <a:rPr lang="en-US" baseline="0" dirty="0"/>
                        <a:t>B</a:t>
                      </a:r>
                      <a:r>
                        <a:rPr lang="en-US" baseline="-25000" dirty="0"/>
                        <a:t>16</a:t>
                      </a:r>
                      <a:endParaRPr lang="en-US" baseline="0" dirty="0"/>
                    </a:p>
                    <a:p>
                      <a:r>
                        <a:rPr lang="en-US" baseline="0" dirty="0"/>
                        <a:t>(S</a:t>
                      </a:r>
                      <a:r>
                        <a:rPr lang="en-US" baseline="-25000" dirty="0"/>
                        <a:t>4</a:t>
                      </a:r>
                      <a:r>
                        <a:rPr lang="en-US" baseline="0" dirty="0"/>
                        <a:t>)</a:t>
                      </a:r>
                      <a:endParaRPr lang="en-US" dirty="0"/>
                    </a:p>
                  </a:txBody>
                  <a:tcPr/>
                </a:tc>
                <a:tc>
                  <a:txBody>
                    <a:bodyPr/>
                    <a:lstStyle/>
                    <a:p>
                      <a:r>
                        <a:rPr lang="en-US" dirty="0"/>
                        <a:t>H</a:t>
                      </a:r>
                      <a:r>
                        <a:rPr lang="en-US" baseline="-25000" dirty="0"/>
                        <a:t>15</a:t>
                      </a:r>
                      <a:r>
                        <a:rPr lang="en-US" baseline="0" dirty="0"/>
                        <a:t>H</a:t>
                      </a:r>
                      <a:r>
                        <a:rPr lang="en-US" baseline="-25000" dirty="0"/>
                        <a:t>14</a:t>
                      </a:r>
                      <a:r>
                        <a:rPr lang="en-US" baseline="0" dirty="0"/>
                        <a:t>H</a:t>
                      </a:r>
                      <a:r>
                        <a:rPr lang="en-US" baseline="-25000" dirty="0"/>
                        <a:t>13</a:t>
                      </a:r>
                      <a:r>
                        <a:rPr lang="en-US" baseline="0" dirty="0"/>
                        <a:t>H</a:t>
                      </a:r>
                      <a:r>
                        <a:rPr lang="en-US" baseline="-25000" dirty="0"/>
                        <a:t>12</a:t>
                      </a:r>
                      <a:endParaRPr lang="en-US" dirty="0"/>
                    </a:p>
                  </a:txBody>
                  <a:tcPr/>
                </a:tc>
                <a:tc>
                  <a:txBody>
                    <a:bodyPr/>
                    <a:lstStyle/>
                    <a:p>
                      <a:r>
                        <a:rPr lang="en-US" baseline="0" dirty="0"/>
                        <a:t>H</a:t>
                      </a:r>
                      <a:r>
                        <a:rPr lang="en-US" baseline="-25000" dirty="0"/>
                        <a:t>11</a:t>
                      </a:r>
                      <a:r>
                        <a:rPr lang="en-US" baseline="0" dirty="0"/>
                        <a:t>H</a:t>
                      </a:r>
                      <a:r>
                        <a:rPr lang="en-US" baseline="-25000" dirty="0"/>
                        <a:t>10</a:t>
                      </a:r>
                      <a:r>
                        <a:rPr lang="en-US" baseline="0" dirty="0"/>
                        <a:t>H</a:t>
                      </a:r>
                      <a:r>
                        <a:rPr lang="en-US" baseline="-25000" dirty="0"/>
                        <a:t>9</a:t>
                      </a:r>
                      <a:r>
                        <a:rPr lang="en-US" baseline="0" dirty="0"/>
                        <a:t>H</a:t>
                      </a:r>
                      <a:r>
                        <a:rPr lang="en-US" baseline="-25000" dirty="0"/>
                        <a:t>8</a:t>
                      </a:r>
                      <a:endParaRPr lang="en-US" baseline="0" dirty="0"/>
                    </a:p>
                  </a:txBody>
                  <a:tcPr/>
                </a:tc>
                <a:extLst>
                  <a:ext uri="{0D108BD9-81ED-4DB2-BD59-A6C34878D82A}">
                    <a16:rowId xmlns:a16="http://schemas.microsoft.com/office/drawing/2014/main" val="4108693534"/>
                  </a:ext>
                </a:extLst>
              </a:tr>
              <a:tr h="542149">
                <a:tc>
                  <a:txBody>
                    <a:bodyPr/>
                    <a:lstStyle/>
                    <a:p>
                      <a:r>
                        <a:rPr lang="en-US" dirty="0"/>
                        <a:t>V</a:t>
                      </a:r>
                      <a:r>
                        <a:rPr lang="en-US" baseline="-25000" dirty="0"/>
                        <a:t>15</a:t>
                      </a:r>
                      <a:r>
                        <a:rPr lang="en-US" baseline="0" dirty="0"/>
                        <a:t>V</a:t>
                      </a:r>
                      <a:r>
                        <a:rPr lang="en-US" baseline="-25000" dirty="0"/>
                        <a:t>14</a:t>
                      </a:r>
                      <a:r>
                        <a:rPr lang="en-US" baseline="0" dirty="0"/>
                        <a:t>V</a:t>
                      </a:r>
                      <a:r>
                        <a:rPr lang="en-US" baseline="-25000" dirty="0"/>
                        <a:t>13</a:t>
                      </a:r>
                      <a:r>
                        <a:rPr lang="en-US" baseline="0" dirty="0"/>
                        <a:t>V</a:t>
                      </a:r>
                      <a:r>
                        <a:rPr lang="en-US" baseline="-25000" dirty="0"/>
                        <a:t>12</a:t>
                      </a:r>
                      <a:endParaRPr lang="en-US" dirty="0"/>
                    </a:p>
                  </a:txBody>
                  <a:tcPr/>
                </a:tc>
                <a:tc>
                  <a:txBody>
                    <a:bodyPr/>
                    <a:lstStyle/>
                    <a:p>
                      <a:r>
                        <a:rPr lang="en-US" dirty="0"/>
                        <a:t>V</a:t>
                      </a:r>
                      <a:r>
                        <a:rPr lang="en-US" baseline="-25000" dirty="0"/>
                        <a:t>11</a:t>
                      </a:r>
                      <a:r>
                        <a:rPr lang="en-US" baseline="0" dirty="0"/>
                        <a:t>V</a:t>
                      </a:r>
                      <a:r>
                        <a:rPr lang="en-US" baseline="-25000" dirty="0"/>
                        <a:t>10</a:t>
                      </a:r>
                      <a:r>
                        <a:rPr lang="en-US" baseline="0" dirty="0"/>
                        <a:t>V</a:t>
                      </a:r>
                      <a:r>
                        <a:rPr lang="en-US" baseline="-25000" dirty="0"/>
                        <a:t>9</a:t>
                      </a:r>
                      <a:r>
                        <a:rPr lang="en-US" baseline="0" dirty="0"/>
                        <a:t>V</a:t>
                      </a:r>
                      <a:r>
                        <a:rPr lang="en-US" baseline="-25000" dirty="0"/>
                        <a:t>8</a:t>
                      </a:r>
                      <a:endParaRPr lang="en-US" dirty="0"/>
                    </a:p>
                  </a:txBody>
                  <a:tcPr/>
                </a:tc>
                <a:tc>
                  <a:txBody>
                    <a:bodyPr/>
                    <a:lstStyle/>
                    <a:p>
                      <a:r>
                        <a:rPr lang="en-US" dirty="0"/>
                        <a:t>V</a:t>
                      </a:r>
                      <a:r>
                        <a:rPr lang="en-US" baseline="-25000" dirty="0"/>
                        <a:t>7</a:t>
                      </a:r>
                      <a:r>
                        <a:rPr lang="en-US" baseline="0" dirty="0"/>
                        <a:t>V</a:t>
                      </a:r>
                      <a:r>
                        <a:rPr lang="en-US" baseline="-25000" dirty="0"/>
                        <a:t>6</a:t>
                      </a:r>
                      <a:r>
                        <a:rPr lang="en-US" baseline="0" dirty="0"/>
                        <a:t>V</a:t>
                      </a:r>
                      <a:r>
                        <a:rPr lang="en-US" baseline="-25000" dirty="0"/>
                        <a:t>5</a:t>
                      </a:r>
                      <a:r>
                        <a:rPr lang="en-US" baseline="0" dirty="0"/>
                        <a:t>V</a:t>
                      </a:r>
                      <a:r>
                        <a:rPr lang="en-US" baseline="-25000" dirty="0"/>
                        <a:t>4</a:t>
                      </a:r>
                      <a:endParaRPr lang="en-US" dirty="0"/>
                    </a:p>
                  </a:txBody>
                  <a:tcPr/>
                </a:tc>
                <a:tc>
                  <a:txBody>
                    <a:bodyPr/>
                    <a:lstStyle/>
                    <a:p>
                      <a:r>
                        <a:rPr lang="en-US" dirty="0"/>
                        <a:t>V</a:t>
                      </a:r>
                      <a:r>
                        <a:rPr lang="en-US" baseline="-25000" dirty="0"/>
                        <a:t>3</a:t>
                      </a:r>
                      <a:r>
                        <a:rPr lang="en-US" baseline="0" dirty="0"/>
                        <a:t>V</a:t>
                      </a:r>
                      <a:r>
                        <a:rPr lang="en-US" baseline="-25000" dirty="0"/>
                        <a:t>2</a:t>
                      </a:r>
                      <a:r>
                        <a:rPr lang="en-US" baseline="0" dirty="0"/>
                        <a:t>V</a:t>
                      </a:r>
                      <a:r>
                        <a:rPr lang="en-US" baseline="-25000" dirty="0"/>
                        <a:t>1</a:t>
                      </a:r>
                      <a:r>
                        <a:rPr lang="en-US" baseline="0" dirty="0"/>
                        <a:t>V</a:t>
                      </a:r>
                      <a:r>
                        <a:rPr lang="en-US" baseline="-25000" dirty="0"/>
                        <a:t>0</a:t>
                      </a:r>
                      <a:endParaRPr lang="en-US" dirty="0"/>
                    </a:p>
                  </a:txBody>
                  <a:tcPr/>
                </a:tc>
                <a:tc>
                  <a:txBody>
                    <a:bodyPr/>
                    <a:lstStyle/>
                    <a:p>
                      <a:r>
                        <a:rPr lang="en-US" dirty="0"/>
                        <a:t>    -----</a:t>
                      </a:r>
                    </a:p>
                  </a:txBody>
                  <a:tcPr/>
                </a:tc>
                <a:tc>
                  <a:txBody>
                    <a:bodyPr/>
                    <a:lstStyle/>
                    <a:p>
                      <a:r>
                        <a:rPr lang="en-US" dirty="0"/>
                        <a:t>------</a:t>
                      </a:r>
                    </a:p>
                  </a:txBody>
                  <a:tcPr/>
                </a:tc>
                <a:extLst>
                  <a:ext uri="{0D108BD9-81ED-4DB2-BD59-A6C34878D82A}">
                    <a16:rowId xmlns:a16="http://schemas.microsoft.com/office/drawing/2014/main" val="3524663226"/>
                  </a:ext>
                </a:extLst>
              </a:tr>
            </a:tbl>
          </a:graphicData>
        </a:graphic>
      </p:graphicFrame>
      <p:sp>
        <p:nvSpPr>
          <p:cNvPr id="13" name="Content Placeholder 12">
            <a:extLst>
              <a:ext uri="{FF2B5EF4-FFF2-40B4-BE49-F238E27FC236}">
                <a16:creationId xmlns:a16="http://schemas.microsoft.com/office/drawing/2014/main" id="{63B84C7B-3473-7968-A1ED-DB406C02771A}"/>
              </a:ext>
            </a:extLst>
          </p:cNvPr>
          <p:cNvSpPr>
            <a:spLocks noGrp="1"/>
          </p:cNvSpPr>
          <p:nvPr>
            <p:ph idx="1"/>
          </p:nvPr>
        </p:nvSpPr>
        <p:spPr>
          <a:xfrm>
            <a:off x="838200" y="1157346"/>
            <a:ext cx="10515600" cy="4972631"/>
          </a:xfrm>
        </p:spPr>
        <p:txBody>
          <a:bodyPr>
            <a:normAutofit/>
          </a:bodyPr>
          <a:lstStyle/>
          <a:p>
            <a:pPr marL="0" indent="0">
              <a:buNone/>
            </a:pPr>
            <a:endParaRPr lang="en-US" dirty="0"/>
          </a:p>
          <a:p>
            <a:pPr marL="0" indent="0">
              <a:buNone/>
            </a:pPr>
            <a:r>
              <a:rPr lang="en-US" dirty="0"/>
              <a:t>                     </a:t>
            </a:r>
            <a:r>
              <a:rPr lang="en-US" sz="1800" dirty="0">
                <a:latin typeface="Times New Roman" panose="02020603050405020304" pitchFamily="18" charset="0"/>
                <a:cs typeface="Times New Roman" panose="02020603050405020304" pitchFamily="18" charset="0"/>
              </a:rPr>
              <a:t>Original bit (32-bit)                                                         Horizontal Redundant (16-bit)</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a:t>
            </a:r>
          </a:p>
          <a:p>
            <a:pPr marL="0" indent="0">
              <a:buNone/>
            </a:pPr>
            <a:r>
              <a:rPr lang="en-US" sz="1800" dirty="0">
                <a:latin typeface="Times New Roman" panose="02020603050405020304" pitchFamily="18" charset="0"/>
                <a:cs typeface="Times New Roman" panose="02020603050405020304" pitchFamily="18" charset="0"/>
              </a:rPr>
              <a:t>                                      Vertical Redundant (16-bit)</a:t>
            </a:r>
          </a:p>
          <a:p>
            <a:pPr marL="0" indent="0">
              <a:buNone/>
            </a:pPr>
            <a:r>
              <a:rPr lang="en-US" sz="1800" baseline="-2500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p:txBody>
      </p:sp>
      <p:sp>
        <p:nvSpPr>
          <p:cNvPr id="3" name="Left Brace 2">
            <a:extLst>
              <a:ext uri="{FF2B5EF4-FFF2-40B4-BE49-F238E27FC236}">
                <a16:creationId xmlns:a16="http://schemas.microsoft.com/office/drawing/2014/main" id="{C7624049-FCFA-97B7-8DB9-AED4DA704EA6}"/>
              </a:ext>
            </a:extLst>
          </p:cNvPr>
          <p:cNvSpPr/>
          <p:nvPr/>
        </p:nvSpPr>
        <p:spPr>
          <a:xfrm rot="16200000">
            <a:off x="4217617" y="2434328"/>
            <a:ext cx="596995" cy="3914389"/>
          </a:xfrm>
          <a:prstGeom prst="leftBrace">
            <a:avLst>
              <a:gd name="adj1" fmla="val 0"/>
              <a:gd name="adj2" fmla="val 50000"/>
            </a:avLst>
          </a:prstGeom>
          <a:ln>
            <a:headEnd type="none" w="med" len="med"/>
            <a:tailEnd type="arrow" w="med" len="med"/>
          </a:ln>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spTree>
    <p:extLst>
      <p:ext uri="{BB962C8B-B14F-4D97-AF65-F5344CB8AC3E}">
        <p14:creationId xmlns:p14="http://schemas.microsoft.com/office/powerpoint/2010/main" val="2850450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6F12246-F647-446B-8149-578E4A38D810}"/>
              </a:ext>
            </a:extLst>
          </p:cNvPr>
          <p:cNvSpPr txBox="1"/>
          <p:nvPr/>
        </p:nvSpPr>
        <p:spPr>
          <a:xfrm>
            <a:off x="3048930" y="219372"/>
            <a:ext cx="6094140" cy="461665"/>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Block Diagram for Decoding</a:t>
            </a:r>
          </a:p>
        </p:txBody>
      </p:sp>
      <p:grpSp>
        <p:nvGrpSpPr>
          <p:cNvPr id="2" name="Canvas 81">
            <a:extLst>
              <a:ext uri="{FF2B5EF4-FFF2-40B4-BE49-F238E27FC236}">
                <a16:creationId xmlns:a16="http://schemas.microsoft.com/office/drawing/2014/main" id="{2BB01CAB-9BB2-2D7D-F7FB-562570706852}"/>
              </a:ext>
            </a:extLst>
          </p:cNvPr>
          <p:cNvGrpSpPr/>
          <p:nvPr/>
        </p:nvGrpSpPr>
        <p:grpSpPr>
          <a:xfrm>
            <a:off x="2345933" y="681037"/>
            <a:ext cx="7500134" cy="6012241"/>
            <a:chOff x="357809" y="55796"/>
            <a:chExt cx="6728156" cy="7982034"/>
          </a:xfrm>
        </p:grpSpPr>
        <p:sp>
          <p:nvSpPr>
            <p:cNvPr id="3" name="Rectangle 2">
              <a:extLst>
                <a:ext uri="{FF2B5EF4-FFF2-40B4-BE49-F238E27FC236}">
                  <a16:creationId xmlns:a16="http://schemas.microsoft.com/office/drawing/2014/main" id="{7AB78066-03D0-F59C-F1D2-409A46DE0698}"/>
                </a:ext>
              </a:extLst>
            </p:cNvPr>
            <p:cNvSpPr/>
            <p:nvPr/>
          </p:nvSpPr>
          <p:spPr>
            <a:xfrm>
              <a:off x="818515" y="1367155"/>
              <a:ext cx="6267450" cy="6670675"/>
            </a:xfrm>
            <a:prstGeom prst="rect">
              <a:avLst/>
            </a:prstGeom>
            <a:solidFill>
              <a:prstClr val="white"/>
            </a:solidFill>
          </p:spPr>
          <p:txBody>
            <a:bodyPr/>
            <a:lstStyle/>
            <a:p>
              <a:endParaRPr lang="en-IN"/>
            </a:p>
          </p:txBody>
        </p:sp>
        <p:sp>
          <p:nvSpPr>
            <p:cNvPr id="4" name="Rectangle 3">
              <a:extLst>
                <a:ext uri="{FF2B5EF4-FFF2-40B4-BE49-F238E27FC236}">
                  <a16:creationId xmlns:a16="http://schemas.microsoft.com/office/drawing/2014/main" id="{986DC258-657C-E79F-CDBD-ECBAFD163098}"/>
                </a:ext>
              </a:extLst>
            </p:cNvPr>
            <p:cNvSpPr/>
            <p:nvPr/>
          </p:nvSpPr>
          <p:spPr>
            <a:xfrm>
              <a:off x="704850" y="1277399"/>
              <a:ext cx="863600" cy="450850"/>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a:effectLst/>
                  <a:latin typeface="Times New Roman" panose="02020603050405020304" pitchFamily="18" charset="0"/>
                  <a:ea typeface="Times New Roman" panose="02020603050405020304" pitchFamily="18" charset="0"/>
                </a:rPr>
                <a:t>XOR</a:t>
              </a:r>
              <a:endParaRPr lang="en-IN" sz="1100">
                <a:effectLst/>
                <a:latin typeface="Times New Roman" panose="02020603050405020304" pitchFamily="18" charset="0"/>
                <a:ea typeface="Times New Roman" panose="02020603050405020304" pitchFamily="18" charset="0"/>
              </a:endParaRPr>
            </a:p>
          </p:txBody>
        </p:sp>
        <p:sp>
          <p:nvSpPr>
            <p:cNvPr id="5" name="Rectangle 4">
              <a:extLst>
                <a:ext uri="{FF2B5EF4-FFF2-40B4-BE49-F238E27FC236}">
                  <a16:creationId xmlns:a16="http://schemas.microsoft.com/office/drawing/2014/main" id="{12E1C640-7A56-ED11-0A78-B37698975954}"/>
                </a:ext>
              </a:extLst>
            </p:cNvPr>
            <p:cNvSpPr/>
            <p:nvPr/>
          </p:nvSpPr>
          <p:spPr>
            <a:xfrm>
              <a:off x="2154850" y="1277399"/>
              <a:ext cx="863600" cy="450850"/>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a:effectLst/>
                  <a:latin typeface="Times New Roman" panose="02020603050405020304" pitchFamily="18" charset="0"/>
                  <a:ea typeface="Times New Roman" panose="02020603050405020304" pitchFamily="18" charset="0"/>
                </a:rPr>
                <a:t>XOR</a:t>
              </a:r>
              <a:endParaRPr lang="en-IN" sz="1100">
                <a:effectLst/>
                <a:latin typeface="Times New Roman" panose="02020603050405020304" pitchFamily="18" charset="0"/>
                <a:ea typeface="Times New Roman" panose="02020603050405020304" pitchFamily="18" charset="0"/>
              </a:endParaRPr>
            </a:p>
          </p:txBody>
        </p:sp>
        <p:sp>
          <p:nvSpPr>
            <p:cNvPr id="8" name="Rectangle 7">
              <a:extLst>
                <a:ext uri="{FF2B5EF4-FFF2-40B4-BE49-F238E27FC236}">
                  <a16:creationId xmlns:a16="http://schemas.microsoft.com/office/drawing/2014/main" id="{F00B07DC-812E-B6D6-9DAA-E876D7C65988}"/>
                </a:ext>
              </a:extLst>
            </p:cNvPr>
            <p:cNvSpPr/>
            <p:nvPr/>
          </p:nvSpPr>
          <p:spPr>
            <a:xfrm>
              <a:off x="694350" y="2149549"/>
              <a:ext cx="863600" cy="450850"/>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a:effectLst/>
                  <a:latin typeface="Times New Roman" panose="02020603050405020304" pitchFamily="18" charset="0"/>
                  <a:ea typeface="Times New Roman" panose="02020603050405020304" pitchFamily="18" charset="0"/>
                </a:rPr>
                <a:t>XOR</a:t>
              </a:r>
              <a:endParaRPr lang="en-IN" sz="1100">
                <a:effectLst/>
                <a:latin typeface="Times New Roman" panose="02020603050405020304" pitchFamily="18" charset="0"/>
                <a:ea typeface="Times New Roman" panose="02020603050405020304" pitchFamily="18" charset="0"/>
              </a:endParaRPr>
            </a:p>
          </p:txBody>
        </p:sp>
        <p:sp>
          <p:nvSpPr>
            <p:cNvPr id="9" name="Rectangle 8">
              <a:extLst>
                <a:ext uri="{FF2B5EF4-FFF2-40B4-BE49-F238E27FC236}">
                  <a16:creationId xmlns:a16="http://schemas.microsoft.com/office/drawing/2014/main" id="{CCD2349D-F2A9-B20E-8412-E5A56154B80A}"/>
                </a:ext>
              </a:extLst>
            </p:cNvPr>
            <p:cNvSpPr/>
            <p:nvPr/>
          </p:nvSpPr>
          <p:spPr>
            <a:xfrm>
              <a:off x="2173900" y="2168599"/>
              <a:ext cx="863600" cy="450850"/>
            </a:xfrm>
            <a:prstGeom prst="rect">
              <a:avLst/>
            </a:prstGeom>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a:effectLst/>
                  <a:latin typeface="Times New Roman" panose="02020603050405020304" pitchFamily="18" charset="0"/>
                  <a:ea typeface="Times New Roman" panose="02020603050405020304" pitchFamily="18" charset="0"/>
                </a:rPr>
                <a:t>XOR</a:t>
              </a:r>
              <a:endParaRPr lang="en-IN" sz="1100">
                <a:effectLst/>
                <a:latin typeface="Times New Roman" panose="02020603050405020304" pitchFamily="18" charset="0"/>
                <a:ea typeface="Times New Roman" panose="02020603050405020304" pitchFamily="18" charset="0"/>
              </a:endParaRPr>
            </a:p>
          </p:txBody>
        </p:sp>
        <p:sp>
          <p:nvSpPr>
            <p:cNvPr id="10" name="Flowchart: Stored Data 9">
              <a:extLst>
                <a:ext uri="{FF2B5EF4-FFF2-40B4-BE49-F238E27FC236}">
                  <a16:creationId xmlns:a16="http://schemas.microsoft.com/office/drawing/2014/main" id="{43811CBD-44AD-FFD8-04DC-2E8528F4586C}"/>
                </a:ext>
              </a:extLst>
            </p:cNvPr>
            <p:cNvSpPr/>
            <p:nvPr/>
          </p:nvSpPr>
          <p:spPr>
            <a:xfrm rot="16200000">
              <a:off x="3995801" y="2125124"/>
              <a:ext cx="703326" cy="560324"/>
            </a:xfrm>
            <a:prstGeom prst="flowChartOnlineStorage">
              <a:avLst/>
            </a:prstGeom>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1" name="Flowchart: Stored Data 10">
              <a:extLst>
                <a:ext uri="{FF2B5EF4-FFF2-40B4-BE49-F238E27FC236}">
                  <a16:creationId xmlns:a16="http://schemas.microsoft.com/office/drawing/2014/main" id="{9E55650E-7A9F-F369-5E06-818C53A4FF88}"/>
                </a:ext>
              </a:extLst>
            </p:cNvPr>
            <p:cNvSpPr/>
            <p:nvPr/>
          </p:nvSpPr>
          <p:spPr>
            <a:xfrm rot="16200000">
              <a:off x="5156815" y="2132087"/>
              <a:ext cx="702945" cy="560070"/>
            </a:xfrm>
            <a:prstGeom prst="flowChartOnlineStorage">
              <a:avLst/>
            </a:prstGeom>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2" name="Flowchart: Stored Data 11">
              <a:extLst>
                <a:ext uri="{FF2B5EF4-FFF2-40B4-BE49-F238E27FC236}">
                  <a16:creationId xmlns:a16="http://schemas.microsoft.com/office/drawing/2014/main" id="{785E3A43-EEFC-FF99-7255-86FAE574159B}"/>
                </a:ext>
              </a:extLst>
            </p:cNvPr>
            <p:cNvSpPr/>
            <p:nvPr/>
          </p:nvSpPr>
          <p:spPr>
            <a:xfrm rot="16200000">
              <a:off x="3860143" y="3186186"/>
              <a:ext cx="702945" cy="560070"/>
            </a:xfrm>
            <a:prstGeom prst="flowChartOnlineStorage">
              <a:avLst/>
            </a:prstGeom>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3" name="Flowchart: Stored Data 12">
              <a:extLst>
                <a:ext uri="{FF2B5EF4-FFF2-40B4-BE49-F238E27FC236}">
                  <a16:creationId xmlns:a16="http://schemas.microsoft.com/office/drawing/2014/main" id="{4ACC38B1-3FC1-8A88-3C4F-B8AC9E97CD78}"/>
                </a:ext>
              </a:extLst>
            </p:cNvPr>
            <p:cNvSpPr/>
            <p:nvPr/>
          </p:nvSpPr>
          <p:spPr>
            <a:xfrm rot="16200000">
              <a:off x="5017116" y="3186187"/>
              <a:ext cx="702945" cy="560070"/>
            </a:xfrm>
            <a:prstGeom prst="flowChartOnlineStorage">
              <a:avLst/>
            </a:prstGeom>
          </p:spPr>
          <p:style>
            <a:lnRef idx="2">
              <a:schemeClr val="accent1"/>
            </a:lnRef>
            <a:fillRef idx="1">
              <a:schemeClr val="l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IN"/>
            </a:p>
          </p:txBody>
        </p:sp>
        <p:sp>
          <p:nvSpPr>
            <p:cNvPr id="14" name="Rectangle 13">
              <a:extLst>
                <a:ext uri="{FF2B5EF4-FFF2-40B4-BE49-F238E27FC236}">
                  <a16:creationId xmlns:a16="http://schemas.microsoft.com/office/drawing/2014/main" id="{4FEAEDAA-E13B-21DB-8265-90116D86CD1E}"/>
                </a:ext>
              </a:extLst>
            </p:cNvPr>
            <p:cNvSpPr/>
            <p:nvPr/>
          </p:nvSpPr>
          <p:spPr>
            <a:xfrm>
              <a:off x="654050" y="3201449"/>
              <a:ext cx="2444750" cy="647700"/>
            </a:xfrm>
            <a:prstGeom prst="rect">
              <a:avLst/>
            </a:prstGeom>
          </p:spPr>
          <p:style>
            <a:lnRef idx="3">
              <a:schemeClr val="lt1"/>
            </a:lnRef>
            <a:fillRef idx="1">
              <a:schemeClr val="accent2"/>
            </a:fillRef>
            <a:effectRef idx="1">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a:effectLst/>
                  <a:latin typeface="Times New Roman" panose="02020603050405020304" pitchFamily="18" charset="0"/>
                  <a:ea typeface="Times New Roman" panose="02020603050405020304" pitchFamily="18" charset="0"/>
                </a:rPr>
                <a:t>ERROR IDENTIFIER</a:t>
              </a:r>
              <a:endParaRPr lang="en-IN" sz="1100">
                <a:effectLst/>
                <a:latin typeface="Times New Roman" panose="02020603050405020304" pitchFamily="18" charset="0"/>
                <a:ea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id="{0F1F2822-073E-B558-FEA8-EA1D6CB96C57}"/>
                </a:ext>
              </a:extLst>
            </p:cNvPr>
            <p:cNvCxnSpPr/>
            <p:nvPr/>
          </p:nvCxnSpPr>
          <p:spPr>
            <a:xfrm flipH="1">
              <a:off x="1397000" y="89639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Straight Arrow Connector 15">
              <a:extLst>
                <a:ext uri="{FF2B5EF4-FFF2-40B4-BE49-F238E27FC236}">
                  <a16:creationId xmlns:a16="http://schemas.microsoft.com/office/drawing/2014/main" id="{82F35D07-C57D-61D5-8BDE-E33057D4AC7B}"/>
                </a:ext>
              </a:extLst>
            </p:cNvPr>
            <p:cNvCxnSpPr/>
            <p:nvPr/>
          </p:nvCxnSpPr>
          <p:spPr>
            <a:xfrm flipH="1">
              <a:off x="891200" y="90274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7" name="Straight Arrow Connector 16">
              <a:extLst>
                <a:ext uri="{FF2B5EF4-FFF2-40B4-BE49-F238E27FC236}">
                  <a16:creationId xmlns:a16="http://schemas.microsoft.com/office/drawing/2014/main" id="{CE430E9B-9957-FF8B-7A39-4483E82CABFD}"/>
                </a:ext>
              </a:extLst>
            </p:cNvPr>
            <p:cNvCxnSpPr/>
            <p:nvPr/>
          </p:nvCxnSpPr>
          <p:spPr>
            <a:xfrm>
              <a:off x="1418250" y="1736799"/>
              <a:ext cx="0" cy="4042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6E786047-8ABC-9609-790C-B831DD3452FA}"/>
                </a:ext>
              </a:extLst>
            </p:cNvPr>
            <p:cNvCxnSpPr/>
            <p:nvPr/>
          </p:nvCxnSpPr>
          <p:spPr>
            <a:xfrm>
              <a:off x="878500" y="1925099"/>
              <a:ext cx="0" cy="2308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9" name="Picture 18">
              <a:extLst>
                <a:ext uri="{FF2B5EF4-FFF2-40B4-BE49-F238E27FC236}">
                  <a16:creationId xmlns:a16="http://schemas.microsoft.com/office/drawing/2014/main" id="{4EF756BE-3681-D354-ADB0-DB14DB6026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7800" y="1425649"/>
              <a:ext cx="501650" cy="196850"/>
            </a:xfrm>
            <a:prstGeom prst="rect">
              <a:avLst/>
            </a:prstGeom>
          </p:spPr>
        </p:pic>
        <p:pic>
          <p:nvPicPr>
            <p:cNvPr id="20" name="Picture 19">
              <a:extLst>
                <a:ext uri="{FF2B5EF4-FFF2-40B4-BE49-F238E27FC236}">
                  <a16:creationId xmlns:a16="http://schemas.microsoft.com/office/drawing/2014/main" id="{C60731E5-B4F0-FBE6-F6DB-AFC81922CB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1450" y="2276549"/>
              <a:ext cx="501650" cy="196850"/>
            </a:xfrm>
            <a:prstGeom prst="rect">
              <a:avLst/>
            </a:prstGeom>
          </p:spPr>
        </p:pic>
        <p:pic>
          <p:nvPicPr>
            <p:cNvPr id="21" name="Picture 20">
              <a:extLst>
                <a:ext uri="{FF2B5EF4-FFF2-40B4-BE49-F238E27FC236}">
                  <a16:creationId xmlns:a16="http://schemas.microsoft.com/office/drawing/2014/main" id="{8A4BA403-D646-B312-FE23-B50BE0F2D5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2150" y="2295599"/>
              <a:ext cx="501650" cy="196850"/>
            </a:xfrm>
            <a:prstGeom prst="rect">
              <a:avLst/>
            </a:prstGeom>
          </p:spPr>
        </p:pic>
        <p:pic>
          <p:nvPicPr>
            <p:cNvPr id="22" name="Picture 21">
              <a:extLst>
                <a:ext uri="{FF2B5EF4-FFF2-40B4-BE49-F238E27FC236}">
                  <a16:creationId xmlns:a16="http://schemas.microsoft.com/office/drawing/2014/main" id="{90FBF1E1-FD36-50E4-FB46-AC7CCA51D8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9750" y="3356049"/>
              <a:ext cx="501650" cy="196850"/>
            </a:xfrm>
            <a:prstGeom prst="rect">
              <a:avLst/>
            </a:prstGeom>
          </p:spPr>
        </p:pic>
        <p:cxnSp>
          <p:nvCxnSpPr>
            <p:cNvPr id="23" name="Straight Connector 22">
              <a:extLst>
                <a:ext uri="{FF2B5EF4-FFF2-40B4-BE49-F238E27FC236}">
                  <a16:creationId xmlns:a16="http://schemas.microsoft.com/office/drawing/2014/main" id="{F1493797-4E66-25C3-7E4D-5B70F92EC4D9}"/>
                </a:ext>
              </a:extLst>
            </p:cNvPr>
            <p:cNvCxnSpPr/>
            <p:nvPr/>
          </p:nvCxnSpPr>
          <p:spPr>
            <a:xfrm>
              <a:off x="1155700" y="2632149"/>
              <a:ext cx="0" cy="556600"/>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0184F8F0-3A19-8588-B407-0A85E62A9A98}"/>
                </a:ext>
              </a:extLst>
            </p:cNvPr>
            <p:cNvCxnSpPr>
              <a:stCxn id="9" idx="2"/>
            </p:cNvCxnSpPr>
            <p:nvPr/>
          </p:nvCxnSpPr>
          <p:spPr>
            <a:xfrm>
              <a:off x="2605700" y="2619449"/>
              <a:ext cx="10500" cy="582000"/>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AB72CF54-B5D4-D44E-6F20-89CCC18A2E31}"/>
                </a:ext>
              </a:extLst>
            </p:cNvPr>
            <p:cNvCxnSpPr/>
            <p:nvPr/>
          </p:nvCxnSpPr>
          <p:spPr>
            <a:xfrm flipH="1">
              <a:off x="2802550" y="89639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494D3EFE-FD10-5347-85F9-616CE5A1718E}"/>
                </a:ext>
              </a:extLst>
            </p:cNvPr>
            <p:cNvCxnSpPr/>
            <p:nvPr/>
          </p:nvCxnSpPr>
          <p:spPr>
            <a:xfrm flipH="1">
              <a:off x="2389800" y="89639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Straight Arrow Connector 26">
              <a:extLst>
                <a:ext uri="{FF2B5EF4-FFF2-40B4-BE49-F238E27FC236}">
                  <a16:creationId xmlns:a16="http://schemas.microsoft.com/office/drawing/2014/main" id="{74CFAA90-0B83-91E0-DD3F-4F8437A2F305}"/>
                </a:ext>
              </a:extLst>
            </p:cNvPr>
            <p:cNvCxnSpPr/>
            <p:nvPr/>
          </p:nvCxnSpPr>
          <p:spPr>
            <a:xfrm>
              <a:off x="2817155" y="1752039"/>
              <a:ext cx="0" cy="40386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Straight Arrow Connector 27">
              <a:extLst>
                <a:ext uri="{FF2B5EF4-FFF2-40B4-BE49-F238E27FC236}">
                  <a16:creationId xmlns:a16="http://schemas.microsoft.com/office/drawing/2014/main" id="{6202E8CC-BA06-1613-7A7B-8D7F80DED6BA}"/>
                </a:ext>
              </a:extLst>
            </p:cNvPr>
            <p:cNvCxnSpPr/>
            <p:nvPr/>
          </p:nvCxnSpPr>
          <p:spPr>
            <a:xfrm>
              <a:off x="2353605" y="1925394"/>
              <a:ext cx="0" cy="23050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Straight Arrow Connector 28">
              <a:extLst>
                <a:ext uri="{FF2B5EF4-FFF2-40B4-BE49-F238E27FC236}">
                  <a16:creationId xmlns:a16="http://schemas.microsoft.com/office/drawing/2014/main" id="{009F0FC2-B57E-2264-6EFE-486198E8C070}"/>
                </a:ext>
              </a:extLst>
            </p:cNvPr>
            <p:cNvCxnSpPr/>
            <p:nvPr/>
          </p:nvCxnSpPr>
          <p:spPr>
            <a:xfrm flipH="1">
              <a:off x="4491650" y="176634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Straight Arrow Connector 29">
              <a:extLst>
                <a:ext uri="{FF2B5EF4-FFF2-40B4-BE49-F238E27FC236}">
                  <a16:creationId xmlns:a16="http://schemas.microsoft.com/office/drawing/2014/main" id="{D9066A5E-45F9-59F6-4CE1-5D017AB0644C}"/>
                </a:ext>
              </a:extLst>
            </p:cNvPr>
            <p:cNvCxnSpPr/>
            <p:nvPr/>
          </p:nvCxnSpPr>
          <p:spPr>
            <a:xfrm flipH="1">
              <a:off x="4205900" y="178124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1" name="Straight Arrow Connector 30">
              <a:extLst>
                <a:ext uri="{FF2B5EF4-FFF2-40B4-BE49-F238E27FC236}">
                  <a16:creationId xmlns:a16="http://schemas.microsoft.com/office/drawing/2014/main" id="{4611FF5D-2D18-2298-5F99-DC5558C49D55}"/>
                </a:ext>
              </a:extLst>
            </p:cNvPr>
            <p:cNvCxnSpPr>
              <a:stCxn id="10" idx="1"/>
            </p:cNvCxnSpPr>
            <p:nvPr/>
          </p:nvCxnSpPr>
          <p:spPr>
            <a:xfrm>
              <a:off x="4347464" y="2756949"/>
              <a:ext cx="0" cy="4191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4F5E699A-8974-6C40-A098-9EDF1CC2E720}"/>
                </a:ext>
              </a:extLst>
            </p:cNvPr>
            <p:cNvCxnSpPr/>
            <p:nvPr/>
          </p:nvCxnSpPr>
          <p:spPr>
            <a:xfrm flipH="1">
              <a:off x="4097950" y="2953799"/>
              <a:ext cx="6350" cy="247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40AD1542-2E5B-69B6-5763-FE9C1A7ED79E}"/>
                </a:ext>
              </a:extLst>
            </p:cNvPr>
            <p:cNvCxnSpPr/>
            <p:nvPr/>
          </p:nvCxnSpPr>
          <p:spPr>
            <a:xfrm flipH="1">
              <a:off x="1907200" y="389579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4" name="Straight Arrow Connector 33">
              <a:extLst>
                <a:ext uri="{FF2B5EF4-FFF2-40B4-BE49-F238E27FC236}">
                  <a16:creationId xmlns:a16="http://schemas.microsoft.com/office/drawing/2014/main" id="{169E9C79-250A-8868-98BA-28999C97A676}"/>
                </a:ext>
              </a:extLst>
            </p:cNvPr>
            <p:cNvCxnSpPr/>
            <p:nvPr/>
          </p:nvCxnSpPr>
          <p:spPr>
            <a:xfrm flipH="1">
              <a:off x="5685450" y="177489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8E4DA28A-E651-D664-9F93-3FC6E7B715F1}"/>
                </a:ext>
              </a:extLst>
            </p:cNvPr>
            <p:cNvCxnSpPr/>
            <p:nvPr/>
          </p:nvCxnSpPr>
          <p:spPr>
            <a:xfrm flipH="1">
              <a:off x="5367950" y="176634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18738374-B530-8848-766E-281FC2A08CE7}"/>
                </a:ext>
              </a:extLst>
            </p:cNvPr>
            <p:cNvCxnSpPr/>
            <p:nvPr/>
          </p:nvCxnSpPr>
          <p:spPr>
            <a:xfrm flipH="1">
              <a:off x="5501300" y="280139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BA9529BA-8E0C-EBB5-BD50-0A81DAF1B499}"/>
                </a:ext>
              </a:extLst>
            </p:cNvPr>
            <p:cNvCxnSpPr/>
            <p:nvPr/>
          </p:nvCxnSpPr>
          <p:spPr>
            <a:xfrm flipH="1">
              <a:off x="5215550" y="2941099"/>
              <a:ext cx="6350" cy="247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4A9E9386-217A-6CC8-4E37-A7BFF1BAAEF5}"/>
                </a:ext>
              </a:extLst>
            </p:cNvPr>
            <p:cNvCxnSpPr/>
            <p:nvPr/>
          </p:nvCxnSpPr>
          <p:spPr>
            <a:xfrm flipH="1">
              <a:off x="4193200" y="386404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9" name="Straight Arrow Connector 38">
              <a:extLst>
                <a:ext uri="{FF2B5EF4-FFF2-40B4-BE49-F238E27FC236}">
                  <a16:creationId xmlns:a16="http://schemas.microsoft.com/office/drawing/2014/main" id="{B34FE222-5E5B-49B5-E8A6-581F8C752513}"/>
                </a:ext>
              </a:extLst>
            </p:cNvPr>
            <p:cNvCxnSpPr/>
            <p:nvPr/>
          </p:nvCxnSpPr>
          <p:spPr>
            <a:xfrm flipH="1">
              <a:off x="5367950" y="387674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0" name="Rectangle 39">
              <a:extLst>
                <a:ext uri="{FF2B5EF4-FFF2-40B4-BE49-F238E27FC236}">
                  <a16:creationId xmlns:a16="http://schemas.microsoft.com/office/drawing/2014/main" id="{C4D471B2-7072-B4DF-7026-AB21F1A6A88E}"/>
                </a:ext>
              </a:extLst>
            </p:cNvPr>
            <p:cNvSpPr/>
            <p:nvPr/>
          </p:nvSpPr>
          <p:spPr>
            <a:xfrm>
              <a:off x="1651000" y="4293649"/>
              <a:ext cx="3784600" cy="368300"/>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b="1">
                  <a:effectLst/>
                  <a:latin typeface="Times New Roman" panose="02020603050405020304" pitchFamily="18" charset="0"/>
                  <a:ea typeface="Times New Roman" panose="02020603050405020304" pitchFamily="18" charset="0"/>
                </a:rPr>
                <a:t>FINAL SYNDROME</a:t>
              </a:r>
              <a:endParaRPr lang="en-IN" sz="1100">
                <a:effectLst/>
                <a:latin typeface="Times New Roman" panose="02020603050405020304" pitchFamily="18" charset="0"/>
                <a:ea typeface="Times New Roman" panose="02020603050405020304" pitchFamily="18" charset="0"/>
              </a:endParaRPr>
            </a:p>
          </p:txBody>
        </p:sp>
        <p:sp>
          <p:nvSpPr>
            <p:cNvPr id="41" name="Rectangle 40">
              <a:extLst>
                <a:ext uri="{FF2B5EF4-FFF2-40B4-BE49-F238E27FC236}">
                  <a16:creationId xmlns:a16="http://schemas.microsoft.com/office/drawing/2014/main" id="{F2702A5F-C906-7AD4-0F7D-0017070BFA03}"/>
                </a:ext>
              </a:extLst>
            </p:cNvPr>
            <p:cNvSpPr/>
            <p:nvPr/>
          </p:nvSpPr>
          <p:spPr>
            <a:xfrm>
              <a:off x="1636014" y="5032449"/>
              <a:ext cx="3784600" cy="368300"/>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b="1">
                  <a:effectLst/>
                  <a:latin typeface="Times New Roman" panose="02020603050405020304" pitchFamily="18" charset="0"/>
                  <a:ea typeface="Times New Roman" panose="02020603050405020304" pitchFamily="18" charset="0"/>
                </a:rPr>
                <a:t>FAULT DETECTOR</a:t>
              </a:r>
              <a:endParaRPr lang="en-IN" sz="1100">
                <a:effectLst/>
                <a:latin typeface="Times New Roman" panose="02020603050405020304" pitchFamily="18" charset="0"/>
                <a:ea typeface="Times New Roman" panose="02020603050405020304" pitchFamily="18" charset="0"/>
              </a:endParaRPr>
            </a:p>
          </p:txBody>
        </p:sp>
        <p:sp>
          <p:nvSpPr>
            <p:cNvPr id="42" name="Rectangle 41">
              <a:extLst>
                <a:ext uri="{FF2B5EF4-FFF2-40B4-BE49-F238E27FC236}">
                  <a16:creationId xmlns:a16="http://schemas.microsoft.com/office/drawing/2014/main" id="{44992660-F615-BE36-98C4-A0E47C669DCC}"/>
                </a:ext>
              </a:extLst>
            </p:cNvPr>
            <p:cNvSpPr/>
            <p:nvPr/>
          </p:nvSpPr>
          <p:spPr>
            <a:xfrm>
              <a:off x="1651000" y="5794449"/>
              <a:ext cx="3784600" cy="368300"/>
            </a:xfrm>
            <a:prstGeom prst="rect">
              <a:avLst/>
            </a:prstGeom>
          </p:spPr>
          <p:style>
            <a:lnRef idx="1">
              <a:schemeClr val="accent5"/>
            </a:lnRef>
            <a:fillRef idx="2">
              <a:schemeClr val="accent5"/>
            </a:fillRef>
            <a:effectRef idx="1">
              <a:schemeClr val="accent5"/>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100" b="1">
                  <a:effectLst/>
                  <a:latin typeface="Times New Roman" panose="02020603050405020304" pitchFamily="18" charset="0"/>
                  <a:ea typeface="Times New Roman" panose="02020603050405020304" pitchFamily="18" charset="0"/>
                </a:rPr>
                <a:t>FAULT CORRECTOR(C)</a:t>
              </a:r>
              <a:endParaRPr lang="en-IN" sz="1100">
                <a:effectLst/>
                <a:latin typeface="Times New Roman" panose="02020603050405020304" pitchFamily="18" charset="0"/>
                <a:ea typeface="Times New Roman" panose="02020603050405020304" pitchFamily="18" charset="0"/>
              </a:endParaRPr>
            </a:p>
          </p:txBody>
        </p:sp>
        <p:cxnSp>
          <p:nvCxnSpPr>
            <p:cNvPr id="43" name="Straight Arrow Connector 42">
              <a:extLst>
                <a:ext uri="{FF2B5EF4-FFF2-40B4-BE49-F238E27FC236}">
                  <a16:creationId xmlns:a16="http://schemas.microsoft.com/office/drawing/2014/main" id="{2A203FAA-4D8D-A384-42F2-7A02BB7625E6}"/>
                </a:ext>
              </a:extLst>
            </p:cNvPr>
            <p:cNvCxnSpPr/>
            <p:nvPr/>
          </p:nvCxnSpPr>
          <p:spPr>
            <a:xfrm flipH="1">
              <a:off x="3583600" y="466194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4" name="Straight Arrow Connector 43">
              <a:extLst>
                <a:ext uri="{FF2B5EF4-FFF2-40B4-BE49-F238E27FC236}">
                  <a16:creationId xmlns:a16="http://schemas.microsoft.com/office/drawing/2014/main" id="{03C4A139-3BE9-146E-3BB4-5C0343B34B87}"/>
                </a:ext>
              </a:extLst>
            </p:cNvPr>
            <p:cNvCxnSpPr/>
            <p:nvPr/>
          </p:nvCxnSpPr>
          <p:spPr>
            <a:xfrm flipH="1">
              <a:off x="3583600" y="5419799"/>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5" name="Straight Arrow Connector 44">
              <a:extLst>
                <a:ext uri="{FF2B5EF4-FFF2-40B4-BE49-F238E27FC236}">
                  <a16:creationId xmlns:a16="http://schemas.microsoft.com/office/drawing/2014/main" id="{392EB96E-8BF4-0AA5-B025-71E2403AD2E9}"/>
                </a:ext>
              </a:extLst>
            </p:cNvPr>
            <p:cNvCxnSpPr/>
            <p:nvPr/>
          </p:nvCxnSpPr>
          <p:spPr>
            <a:xfrm flipH="1">
              <a:off x="3583600" y="6183235"/>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6" name="Straight Connector 45">
              <a:extLst>
                <a:ext uri="{FF2B5EF4-FFF2-40B4-BE49-F238E27FC236}">
                  <a16:creationId xmlns:a16="http://schemas.microsoft.com/office/drawing/2014/main" id="{BD4299DC-642C-D970-6874-CCAB4244A822}"/>
                </a:ext>
              </a:extLst>
            </p:cNvPr>
            <p:cNvCxnSpPr/>
            <p:nvPr/>
          </p:nvCxnSpPr>
          <p:spPr>
            <a:xfrm flipH="1">
              <a:off x="357809" y="4031311"/>
              <a:ext cx="1549391" cy="0"/>
            </a:xfrm>
            <a:prstGeom prst="line">
              <a:avLst/>
            </a:prstGeom>
          </p:spPr>
          <p:style>
            <a:lnRef idx="2">
              <a:schemeClr val="dk1"/>
            </a:lnRef>
            <a:fillRef idx="0">
              <a:schemeClr val="dk1"/>
            </a:fillRef>
            <a:effectRef idx="1">
              <a:schemeClr val="dk1"/>
            </a:effectRef>
            <a:fontRef idx="minor">
              <a:schemeClr val="tx1"/>
            </a:fontRef>
          </p:style>
        </p:cxnSp>
        <p:cxnSp>
          <p:nvCxnSpPr>
            <p:cNvPr id="47" name="Straight Connector 46">
              <a:extLst>
                <a:ext uri="{FF2B5EF4-FFF2-40B4-BE49-F238E27FC236}">
                  <a16:creationId xmlns:a16="http://schemas.microsoft.com/office/drawing/2014/main" id="{B743C54B-A638-E05E-4EBB-A95010D27F1F}"/>
                </a:ext>
              </a:extLst>
            </p:cNvPr>
            <p:cNvCxnSpPr/>
            <p:nvPr/>
          </p:nvCxnSpPr>
          <p:spPr>
            <a:xfrm flipV="1">
              <a:off x="357809" y="739471"/>
              <a:ext cx="7951" cy="3267986"/>
            </a:xfrm>
            <a:prstGeom prst="line">
              <a:avLst/>
            </a:prstGeom>
          </p:spPr>
          <p:style>
            <a:lnRef idx="2">
              <a:schemeClr val="dk1"/>
            </a:lnRef>
            <a:fillRef idx="0">
              <a:schemeClr val="dk1"/>
            </a:fillRef>
            <a:effectRef idx="1">
              <a:schemeClr val="dk1"/>
            </a:effectRef>
            <a:fontRef idx="minor">
              <a:schemeClr val="tx1"/>
            </a:fontRef>
          </p:style>
        </p:cxnSp>
        <p:cxnSp>
          <p:nvCxnSpPr>
            <p:cNvPr id="48" name="Straight Connector 47">
              <a:extLst>
                <a:ext uri="{FF2B5EF4-FFF2-40B4-BE49-F238E27FC236}">
                  <a16:creationId xmlns:a16="http://schemas.microsoft.com/office/drawing/2014/main" id="{F7664F10-6E8F-4382-1E33-8C8A47187FB8}"/>
                </a:ext>
              </a:extLst>
            </p:cNvPr>
            <p:cNvCxnSpPr/>
            <p:nvPr/>
          </p:nvCxnSpPr>
          <p:spPr>
            <a:xfrm>
              <a:off x="2083242" y="691763"/>
              <a:ext cx="3959750" cy="0"/>
            </a:xfrm>
            <a:prstGeom prst="line">
              <a:avLst/>
            </a:prstGeom>
          </p:spPr>
          <p:style>
            <a:lnRef idx="2">
              <a:schemeClr val="dk1"/>
            </a:lnRef>
            <a:fillRef idx="0">
              <a:schemeClr val="dk1"/>
            </a:fillRef>
            <a:effectRef idx="1">
              <a:schemeClr val="dk1"/>
            </a:effectRef>
            <a:fontRef idx="minor">
              <a:schemeClr val="tx1"/>
            </a:fontRef>
          </p:style>
        </p:cxnSp>
        <p:cxnSp>
          <p:nvCxnSpPr>
            <p:cNvPr id="49" name="Straight Connector 48">
              <a:extLst>
                <a:ext uri="{FF2B5EF4-FFF2-40B4-BE49-F238E27FC236}">
                  <a16:creationId xmlns:a16="http://schemas.microsoft.com/office/drawing/2014/main" id="{C565B208-E3F1-9256-2EE5-71C701FAB8C6}"/>
                </a:ext>
              </a:extLst>
            </p:cNvPr>
            <p:cNvCxnSpPr/>
            <p:nvPr/>
          </p:nvCxnSpPr>
          <p:spPr>
            <a:xfrm flipH="1">
              <a:off x="6050943" y="699714"/>
              <a:ext cx="7951" cy="4913906"/>
            </a:xfrm>
            <a:prstGeom prst="line">
              <a:avLst/>
            </a:prstGeom>
          </p:spPr>
          <p:style>
            <a:lnRef idx="2">
              <a:schemeClr val="dk1"/>
            </a:lnRef>
            <a:fillRef idx="0">
              <a:schemeClr val="dk1"/>
            </a:fillRef>
            <a:effectRef idx="1">
              <a:schemeClr val="dk1"/>
            </a:effectRef>
            <a:fontRef idx="minor">
              <a:schemeClr val="tx1"/>
            </a:fontRef>
          </p:style>
        </p:cxnSp>
        <p:cxnSp>
          <p:nvCxnSpPr>
            <p:cNvPr id="50" name="Straight Connector 49">
              <a:extLst>
                <a:ext uri="{FF2B5EF4-FFF2-40B4-BE49-F238E27FC236}">
                  <a16:creationId xmlns:a16="http://schemas.microsoft.com/office/drawing/2014/main" id="{11390044-8802-15DD-5C6E-A18F820A2AE7}"/>
                </a:ext>
              </a:extLst>
            </p:cNvPr>
            <p:cNvCxnSpPr/>
            <p:nvPr/>
          </p:nvCxnSpPr>
          <p:spPr>
            <a:xfrm flipH="1" flipV="1">
              <a:off x="4850296" y="5613620"/>
              <a:ext cx="1216550" cy="7951"/>
            </a:xfrm>
            <a:prstGeom prst="line">
              <a:avLst/>
            </a:prstGeom>
          </p:spPr>
          <p:style>
            <a:lnRef idx="2">
              <a:schemeClr val="dk1"/>
            </a:lnRef>
            <a:fillRef idx="0">
              <a:schemeClr val="dk1"/>
            </a:fillRef>
            <a:effectRef idx="1">
              <a:schemeClr val="dk1"/>
            </a:effectRef>
            <a:fontRef idx="minor">
              <a:schemeClr val="tx1"/>
            </a:fontRef>
          </p:style>
        </p:cxnSp>
        <p:cxnSp>
          <p:nvCxnSpPr>
            <p:cNvPr id="51" name="Straight Arrow Connector 50">
              <a:extLst>
                <a:ext uri="{FF2B5EF4-FFF2-40B4-BE49-F238E27FC236}">
                  <a16:creationId xmlns:a16="http://schemas.microsoft.com/office/drawing/2014/main" id="{0A5FCC5A-0E20-9725-E2E3-DD902CBD96B5}"/>
                </a:ext>
              </a:extLst>
            </p:cNvPr>
            <p:cNvCxnSpPr/>
            <p:nvPr/>
          </p:nvCxnSpPr>
          <p:spPr>
            <a:xfrm>
              <a:off x="4850296" y="5605669"/>
              <a:ext cx="7951" cy="1887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2" name="Straight Connector 51">
              <a:extLst>
                <a:ext uri="{FF2B5EF4-FFF2-40B4-BE49-F238E27FC236}">
                  <a16:creationId xmlns:a16="http://schemas.microsoft.com/office/drawing/2014/main" id="{F9F1093A-8C0C-9027-DB62-E04BB223C0B9}"/>
                </a:ext>
              </a:extLst>
            </p:cNvPr>
            <p:cNvCxnSpPr/>
            <p:nvPr/>
          </p:nvCxnSpPr>
          <p:spPr>
            <a:xfrm flipV="1">
              <a:off x="365760" y="381662"/>
              <a:ext cx="0" cy="357809"/>
            </a:xfrm>
            <a:prstGeom prst="line">
              <a:avLst/>
            </a:prstGeom>
          </p:spPr>
          <p:style>
            <a:lnRef idx="2">
              <a:schemeClr val="dk1"/>
            </a:lnRef>
            <a:fillRef idx="0">
              <a:schemeClr val="dk1"/>
            </a:fillRef>
            <a:effectRef idx="1">
              <a:schemeClr val="dk1"/>
            </a:effectRef>
            <a:fontRef idx="minor">
              <a:schemeClr val="tx1"/>
            </a:fontRef>
          </p:style>
        </p:cxnSp>
        <p:cxnSp>
          <p:nvCxnSpPr>
            <p:cNvPr id="53" name="Straight Connector 52">
              <a:extLst>
                <a:ext uri="{FF2B5EF4-FFF2-40B4-BE49-F238E27FC236}">
                  <a16:creationId xmlns:a16="http://schemas.microsoft.com/office/drawing/2014/main" id="{C1B714F8-8A8F-40BA-EFD0-5F5916177983}"/>
                </a:ext>
              </a:extLst>
            </p:cNvPr>
            <p:cNvCxnSpPr/>
            <p:nvPr/>
          </p:nvCxnSpPr>
          <p:spPr>
            <a:xfrm flipV="1">
              <a:off x="365760" y="349857"/>
              <a:ext cx="2631882" cy="15902"/>
            </a:xfrm>
            <a:prstGeom prst="line">
              <a:avLst/>
            </a:prstGeom>
          </p:spPr>
          <p:style>
            <a:lnRef idx="2">
              <a:schemeClr val="dk1"/>
            </a:lnRef>
            <a:fillRef idx="0">
              <a:schemeClr val="dk1"/>
            </a:fillRef>
            <a:effectRef idx="1">
              <a:schemeClr val="dk1"/>
            </a:effectRef>
            <a:fontRef idx="minor">
              <a:schemeClr val="tx1"/>
            </a:fontRef>
          </p:style>
        </p:cxnSp>
        <p:cxnSp>
          <p:nvCxnSpPr>
            <p:cNvPr id="54" name="Straight Arrow Connector 53">
              <a:extLst>
                <a:ext uri="{FF2B5EF4-FFF2-40B4-BE49-F238E27FC236}">
                  <a16:creationId xmlns:a16="http://schemas.microsoft.com/office/drawing/2014/main" id="{84A9392C-67F2-3C1B-059A-1521CB62BF84}"/>
                </a:ext>
              </a:extLst>
            </p:cNvPr>
            <p:cNvCxnSpPr/>
            <p:nvPr/>
          </p:nvCxnSpPr>
          <p:spPr>
            <a:xfrm>
              <a:off x="2981739" y="349857"/>
              <a:ext cx="0" cy="33395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5" name="Text Box 47">
              <a:extLst>
                <a:ext uri="{FF2B5EF4-FFF2-40B4-BE49-F238E27FC236}">
                  <a16:creationId xmlns:a16="http://schemas.microsoft.com/office/drawing/2014/main" id="{573AA77B-F7D5-6823-A446-BEAA50106EDE}"/>
                </a:ext>
              </a:extLst>
            </p:cNvPr>
            <p:cNvSpPr txBox="1"/>
            <p:nvPr/>
          </p:nvSpPr>
          <p:spPr>
            <a:xfrm>
              <a:off x="601418" y="603333"/>
              <a:ext cx="590550" cy="28511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100">
                  <a:effectLst/>
                  <a:latin typeface="Times New Roman" panose="02020603050405020304" pitchFamily="18" charset="0"/>
                  <a:ea typeface="Times New Roman" panose="02020603050405020304" pitchFamily="18" charset="0"/>
                </a:rPr>
                <a:t>B</a:t>
              </a:r>
              <a:r>
                <a:rPr lang="en-US" sz="1100" baseline="30000">
                  <a:effectLst/>
                  <a:latin typeface="Times New Roman" panose="02020603050405020304" pitchFamily="18" charset="0"/>
                  <a:ea typeface="Times New Roman" panose="02020603050405020304" pitchFamily="18" charset="0"/>
                </a:rPr>
                <a:t>e</a:t>
              </a:r>
              <a:r>
                <a:rPr lang="en-US" sz="1100" baseline="-25000">
                  <a:effectLst/>
                  <a:latin typeface="Times New Roman" panose="02020603050405020304" pitchFamily="18" charset="0"/>
                  <a:ea typeface="Times New Roman" panose="02020603050405020304" pitchFamily="18" charset="0"/>
                </a:rPr>
                <a:t>3</a:t>
              </a:r>
              <a:r>
                <a:rPr lang="en-US" sz="1100">
                  <a:effectLst/>
                  <a:latin typeface="Times New Roman" panose="02020603050405020304" pitchFamily="18" charset="0"/>
                  <a:ea typeface="Times New Roman" panose="02020603050405020304" pitchFamily="18" charset="0"/>
                </a:rPr>
                <a:t>-B</a:t>
              </a:r>
              <a:r>
                <a:rPr lang="en-US" sz="1100" baseline="30000">
                  <a:effectLst/>
                  <a:latin typeface="Times New Roman" panose="02020603050405020304" pitchFamily="18" charset="0"/>
                  <a:ea typeface="Times New Roman" panose="02020603050405020304" pitchFamily="18" charset="0"/>
                </a:rPr>
                <a:t>e</a:t>
              </a:r>
              <a:r>
                <a:rPr lang="en-US" sz="1100" baseline="-25000">
                  <a:effectLst/>
                  <a:latin typeface="Times New Roman" panose="02020603050405020304" pitchFamily="18" charset="0"/>
                  <a:ea typeface="Times New Roman" panose="02020603050405020304" pitchFamily="18" charset="0"/>
                </a:rPr>
                <a:t>0</a:t>
              </a:r>
              <a:endParaRPr lang="en-IN" sz="1100">
                <a:effectLst/>
                <a:latin typeface="Times New Roman" panose="02020603050405020304" pitchFamily="18" charset="0"/>
                <a:ea typeface="Times New Roman" panose="02020603050405020304" pitchFamily="18" charset="0"/>
              </a:endParaRPr>
            </a:p>
          </p:txBody>
        </p:sp>
        <p:sp>
          <p:nvSpPr>
            <p:cNvPr id="56" name="Text Box 47">
              <a:extLst>
                <a:ext uri="{FF2B5EF4-FFF2-40B4-BE49-F238E27FC236}">
                  <a16:creationId xmlns:a16="http://schemas.microsoft.com/office/drawing/2014/main" id="{F7A4FD3E-D698-49FD-E237-5FDD572A25EE}"/>
                </a:ext>
              </a:extLst>
            </p:cNvPr>
            <p:cNvSpPr txBox="1"/>
            <p:nvPr/>
          </p:nvSpPr>
          <p:spPr>
            <a:xfrm>
              <a:off x="1126206" y="611284"/>
              <a:ext cx="635000" cy="28511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100">
                  <a:effectLst/>
                  <a:latin typeface="Times New Roman" panose="02020603050405020304" pitchFamily="18" charset="0"/>
                  <a:ea typeface="Times New Roman" panose="02020603050405020304" pitchFamily="18" charset="0"/>
                </a:rPr>
                <a:t>B</a:t>
              </a:r>
              <a:r>
                <a:rPr lang="en-US" sz="1100" baseline="30000">
                  <a:effectLst/>
                  <a:latin typeface="Times New Roman" panose="02020603050405020304" pitchFamily="18" charset="0"/>
                  <a:ea typeface="Times New Roman" panose="02020603050405020304" pitchFamily="18" charset="0"/>
                </a:rPr>
                <a:t>e</a:t>
              </a:r>
              <a:r>
                <a:rPr lang="en-US" sz="1100" baseline="-25000">
                  <a:effectLst/>
                  <a:latin typeface="Times New Roman" panose="02020603050405020304" pitchFamily="18" charset="0"/>
                  <a:ea typeface="Times New Roman" panose="02020603050405020304" pitchFamily="18" charset="0"/>
                </a:rPr>
                <a:t>11</a:t>
              </a:r>
              <a:r>
                <a:rPr lang="en-US" sz="1100">
                  <a:effectLst/>
                  <a:latin typeface="Times New Roman" panose="02020603050405020304" pitchFamily="18" charset="0"/>
                  <a:ea typeface="Times New Roman" panose="02020603050405020304" pitchFamily="18" charset="0"/>
                </a:rPr>
                <a:t>-B</a:t>
              </a:r>
              <a:r>
                <a:rPr lang="en-US" sz="1100" baseline="30000">
                  <a:effectLst/>
                  <a:latin typeface="Times New Roman" panose="02020603050405020304" pitchFamily="18" charset="0"/>
                  <a:ea typeface="Times New Roman" panose="02020603050405020304" pitchFamily="18" charset="0"/>
                </a:rPr>
                <a:t>e</a:t>
              </a:r>
              <a:r>
                <a:rPr lang="en-US" sz="1100" baseline="-25000">
                  <a:effectLst/>
                  <a:latin typeface="Times New Roman" panose="02020603050405020304" pitchFamily="18" charset="0"/>
                  <a:ea typeface="Times New Roman" panose="02020603050405020304" pitchFamily="18" charset="0"/>
                </a:rPr>
                <a:t>8</a:t>
              </a:r>
              <a:endParaRPr lang="en-IN" sz="1100">
                <a:effectLst/>
                <a:latin typeface="Times New Roman" panose="02020603050405020304" pitchFamily="18" charset="0"/>
                <a:ea typeface="Times New Roman" panose="02020603050405020304" pitchFamily="18" charset="0"/>
              </a:endParaRPr>
            </a:p>
          </p:txBody>
        </p:sp>
        <p:sp>
          <p:nvSpPr>
            <p:cNvPr id="57" name="Text Box 47">
              <a:extLst>
                <a:ext uri="{FF2B5EF4-FFF2-40B4-BE49-F238E27FC236}">
                  <a16:creationId xmlns:a16="http://schemas.microsoft.com/office/drawing/2014/main" id="{95F70532-A661-0135-EEEB-A9C29D6F2F22}"/>
                </a:ext>
              </a:extLst>
            </p:cNvPr>
            <p:cNvSpPr txBox="1"/>
            <p:nvPr/>
          </p:nvSpPr>
          <p:spPr>
            <a:xfrm>
              <a:off x="1452208" y="1781250"/>
              <a:ext cx="536575" cy="31813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900">
                  <a:effectLst/>
                  <a:latin typeface="Times New Roman" panose="02020603050405020304" pitchFamily="18" charset="0"/>
                  <a:ea typeface="Times New Roman" panose="02020603050405020304" pitchFamily="18" charset="0"/>
                </a:rPr>
                <a:t>H</a:t>
              </a:r>
              <a:r>
                <a:rPr lang="en-US" sz="900" baseline="30000">
                  <a:effectLst/>
                  <a:latin typeface="Times New Roman" panose="02020603050405020304" pitchFamily="18" charset="0"/>
                  <a:ea typeface="Times New Roman" panose="02020603050405020304" pitchFamily="18" charset="0"/>
                </a:rPr>
                <a:t>e</a:t>
              </a:r>
              <a:r>
                <a:rPr lang="en-US" sz="900" baseline="-25000">
                  <a:effectLst/>
                  <a:latin typeface="Times New Roman" panose="02020603050405020304" pitchFamily="18" charset="0"/>
                  <a:ea typeface="Times New Roman" panose="02020603050405020304" pitchFamily="18" charset="0"/>
                </a:rPr>
                <a:t>3</a:t>
              </a:r>
              <a:r>
                <a:rPr lang="en-US" sz="900">
                  <a:effectLst/>
                  <a:latin typeface="Times New Roman" panose="02020603050405020304" pitchFamily="18" charset="0"/>
                  <a:ea typeface="Times New Roman" panose="02020603050405020304" pitchFamily="18" charset="0"/>
                </a:rPr>
                <a:t>-H</a:t>
              </a:r>
              <a:r>
                <a:rPr lang="en-US" sz="900" baseline="30000">
                  <a:effectLst/>
                  <a:latin typeface="Times New Roman" panose="02020603050405020304" pitchFamily="18" charset="0"/>
                  <a:ea typeface="Times New Roman" panose="02020603050405020304" pitchFamily="18" charset="0"/>
                </a:rPr>
                <a:t>e</a:t>
              </a:r>
              <a:r>
                <a:rPr lang="en-US" sz="900" baseline="-25000">
                  <a:effectLst/>
                  <a:latin typeface="Times New Roman" panose="02020603050405020304" pitchFamily="18" charset="0"/>
                  <a:ea typeface="Times New Roman" panose="02020603050405020304" pitchFamily="18" charset="0"/>
                </a:rPr>
                <a:t>0</a:t>
              </a:r>
              <a:endParaRPr lang="en-IN" sz="1100">
                <a:effectLst/>
                <a:latin typeface="Times New Roman" panose="02020603050405020304" pitchFamily="18" charset="0"/>
                <a:ea typeface="Times New Roman" panose="02020603050405020304" pitchFamily="18" charset="0"/>
              </a:endParaRPr>
            </a:p>
          </p:txBody>
        </p:sp>
        <p:sp>
          <p:nvSpPr>
            <p:cNvPr id="58" name="Text Box 47">
              <a:extLst>
                <a:ext uri="{FF2B5EF4-FFF2-40B4-BE49-F238E27FC236}">
                  <a16:creationId xmlns:a16="http://schemas.microsoft.com/office/drawing/2014/main" id="{14250303-C363-94D0-0901-12462EFA8A6C}"/>
                </a:ext>
              </a:extLst>
            </p:cNvPr>
            <p:cNvSpPr txBox="1"/>
            <p:nvPr/>
          </p:nvSpPr>
          <p:spPr>
            <a:xfrm>
              <a:off x="610870" y="1736799"/>
              <a:ext cx="468630" cy="31813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900">
                  <a:effectLst/>
                  <a:latin typeface="Times New Roman" panose="02020603050405020304" pitchFamily="18" charset="0"/>
                  <a:ea typeface="Times New Roman" panose="02020603050405020304" pitchFamily="18" charset="0"/>
                </a:rPr>
                <a:t>H</a:t>
              </a:r>
              <a:r>
                <a:rPr lang="en-US" sz="900" baseline="-25000">
                  <a:effectLst/>
                  <a:latin typeface="Times New Roman" panose="02020603050405020304" pitchFamily="18" charset="0"/>
                  <a:ea typeface="Times New Roman" panose="02020603050405020304" pitchFamily="18" charset="0"/>
                </a:rPr>
                <a:t>3</a:t>
              </a:r>
              <a:r>
                <a:rPr lang="en-US" sz="900">
                  <a:effectLst/>
                  <a:latin typeface="Times New Roman" panose="02020603050405020304" pitchFamily="18" charset="0"/>
                  <a:ea typeface="Times New Roman" panose="02020603050405020304" pitchFamily="18" charset="0"/>
                </a:rPr>
                <a:t>-H</a:t>
              </a:r>
              <a:r>
                <a:rPr lang="en-US" sz="900" baseline="-25000">
                  <a:effectLst/>
                  <a:latin typeface="Times New Roman" panose="02020603050405020304" pitchFamily="18" charset="0"/>
                  <a:ea typeface="Times New Roman" panose="02020603050405020304" pitchFamily="18" charset="0"/>
                </a:rPr>
                <a:t>0</a:t>
              </a:r>
              <a:endParaRPr lang="en-IN" sz="1100">
                <a:effectLst/>
                <a:latin typeface="Times New Roman" panose="02020603050405020304" pitchFamily="18" charset="0"/>
                <a:ea typeface="Times New Roman" panose="02020603050405020304" pitchFamily="18" charset="0"/>
              </a:endParaRPr>
            </a:p>
          </p:txBody>
        </p:sp>
        <p:sp>
          <p:nvSpPr>
            <p:cNvPr id="59" name="Text Box 47">
              <a:extLst>
                <a:ext uri="{FF2B5EF4-FFF2-40B4-BE49-F238E27FC236}">
                  <a16:creationId xmlns:a16="http://schemas.microsoft.com/office/drawing/2014/main" id="{79DE30BC-2057-6651-0CA3-E52B461347C1}"/>
                </a:ext>
              </a:extLst>
            </p:cNvPr>
            <p:cNvSpPr txBox="1"/>
            <p:nvPr/>
          </p:nvSpPr>
          <p:spPr>
            <a:xfrm>
              <a:off x="2083242" y="1736799"/>
              <a:ext cx="544830" cy="31813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900">
                  <a:effectLst/>
                  <a:latin typeface="Times New Roman" panose="02020603050405020304" pitchFamily="18" charset="0"/>
                  <a:ea typeface="Times New Roman" panose="02020603050405020304" pitchFamily="18" charset="0"/>
                </a:rPr>
                <a:t>H</a:t>
              </a:r>
              <a:r>
                <a:rPr lang="en-US" sz="900" baseline="-25000">
                  <a:effectLst/>
                  <a:latin typeface="Times New Roman" panose="02020603050405020304" pitchFamily="18" charset="0"/>
                  <a:ea typeface="Times New Roman" panose="02020603050405020304" pitchFamily="18" charset="0"/>
                </a:rPr>
                <a:t>15</a:t>
              </a:r>
              <a:r>
                <a:rPr lang="en-US" sz="900">
                  <a:effectLst/>
                  <a:latin typeface="Times New Roman" panose="02020603050405020304" pitchFamily="18" charset="0"/>
                  <a:ea typeface="Times New Roman" panose="02020603050405020304" pitchFamily="18" charset="0"/>
                </a:rPr>
                <a:t>-H</a:t>
              </a:r>
              <a:r>
                <a:rPr lang="en-US" sz="900" baseline="-25000">
                  <a:effectLst/>
                  <a:latin typeface="Times New Roman" panose="02020603050405020304" pitchFamily="18" charset="0"/>
                  <a:ea typeface="Times New Roman" panose="02020603050405020304" pitchFamily="18" charset="0"/>
                </a:rPr>
                <a:t>12</a:t>
              </a:r>
              <a:endParaRPr lang="en-IN" sz="1100">
                <a:effectLst/>
                <a:latin typeface="Times New Roman" panose="02020603050405020304" pitchFamily="18" charset="0"/>
                <a:ea typeface="Times New Roman" panose="02020603050405020304" pitchFamily="18" charset="0"/>
              </a:endParaRPr>
            </a:p>
          </p:txBody>
        </p:sp>
        <p:sp>
          <p:nvSpPr>
            <p:cNvPr id="60" name="Text Box 47">
              <a:extLst>
                <a:ext uri="{FF2B5EF4-FFF2-40B4-BE49-F238E27FC236}">
                  <a16:creationId xmlns:a16="http://schemas.microsoft.com/office/drawing/2014/main" id="{176FA51F-A1BA-4C16-2C6C-8878414F2A9C}"/>
                </a:ext>
              </a:extLst>
            </p:cNvPr>
            <p:cNvSpPr txBox="1"/>
            <p:nvPr/>
          </p:nvSpPr>
          <p:spPr>
            <a:xfrm>
              <a:off x="2772125" y="1781250"/>
              <a:ext cx="612775" cy="31813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900">
                  <a:effectLst/>
                  <a:latin typeface="Times New Roman" panose="02020603050405020304" pitchFamily="18" charset="0"/>
                  <a:ea typeface="Times New Roman" panose="02020603050405020304" pitchFamily="18" charset="0"/>
                </a:rPr>
                <a:t>H</a:t>
              </a:r>
              <a:r>
                <a:rPr lang="en-US" sz="900" baseline="30000">
                  <a:effectLst/>
                  <a:latin typeface="Times New Roman" panose="02020603050405020304" pitchFamily="18" charset="0"/>
                  <a:ea typeface="Times New Roman" panose="02020603050405020304" pitchFamily="18" charset="0"/>
                </a:rPr>
                <a:t>e</a:t>
              </a:r>
              <a:r>
                <a:rPr lang="en-US" sz="900" baseline="-25000">
                  <a:effectLst/>
                  <a:latin typeface="Times New Roman" panose="02020603050405020304" pitchFamily="18" charset="0"/>
                  <a:ea typeface="Times New Roman" panose="02020603050405020304" pitchFamily="18" charset="0"/>
                </a:rPr>
                <a:t>15</a:t>
              </a:r>
              <a:r>
                <a:rPr lang="en-US" sz="900">
                  <a:effectLst/>
                  <a:latin typeface="Times New Roman" panose="02020603050405020304" pitchFamily="18" charset="0"/>
                  <a:ea typeface="Times New Roman" panose="02020603050405020304" pitchFamily="18" charset="0"/>
                </a:rPr>
                <a:t>-H</a:t>
              </a:r>
              <a:r>
                <a:rPr lang="en-US" sz="900" baseline="30000">
                  <a:effectLst/>
                  <a:latin typeface="Times New Roman" panose="02020603050405020304" pitchFamily="18" charset="0"/>
                  <a:ea typeface="Times New Roman" panose="02020603050405020304" pitchFamily="18" charset="0"/>
                </a:rPr>
                <a:t>e</a:t>
              </a:r>
              <a:r>
                <a:rPr lang="en-US" sz="900" baseline="-25000">
                  <a:effectLst/>
                  <a:latin typeface="Times New Roman" panose="02020603050405020304" pitchFamily="18" charset="0"/>
                  <a:ea typeface="Times New Roman" panose="02020603050405020304" pitchFamily="18" charset="0"/>
                </a:rPr>
                <a:t>12</a:t>
              </a:r>
              <a:endParaRPr lang="en-IN" sz="1100">
                <a:effectLst/>
                <a:latin typeface="Times New Roman" panose="02020603050405020304" pitchFamily="18" charset="0"/>
                <a:ea typeface="Times New Roman" panose="02020603050405020304" pitchFamily="18" charset="0"/>
              </a:endParaRPr>
            </a:p>
          </p:txBody>
        </p:sp>
        <p:sp>
          <p:nvSpPr>
            <p:cNvPr id="61" name="Text Box 47">
              <a:extLst>
                <a:ext uri="{FF2B5EF4-FFF2-40B4-BE49-F238E27FC236}">
                  <a16:creationId xmlns:a16="http://schemas.microsoft.com/office/drawing/2014/main" id="{08689025-F2B7-2CF4-C051-94040962C8F1}"/>
                </a:ext>
              </a:extLst>
            </p:cNvPr>
            <p:cNvSpPr txBox="1"/>
            <p:nvPr/>
          </p:nvSpPr>
          <p:spPr>
            <a:xfrm>
              <a:off x="2083242" y="720688"/>
              <a:ext cx="600075" cy="31813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900">
                  <a:effectLst/>
                  <a:latin typeface="Times New Roman" panose="02020603050405020304" pitchFamily="18" charset="0"/>
                  <a:ea typeface="Times New Roman" panose="02020603050405020304" pitchFamily="18" charset="0"/>
                </a:rPr>
                <a:t>B</a:t>
              </a:r>
              <a:r>
                <a:rPr lang="en-US" sz="900" baseline="30000">
                  <a:effectLst/>
                  <a:latin typeface="Times New Roman" panose="02020603050405020304" pitchFamily="18" charset="0"/>
                  <a:ea typeface="Times New Roman" panose="02020603050405020304" pitchFamily="18" charset="0"/>
                </a:rPr>
                <a:t>e</a:t>
              </a:r>
              <a:r>
                <a:rPr lang="en-US" sz="900" baseline="-25000">
                  <a:effectLst/>
                  <a:latin typeface="Times New Roman" panose="02020603050405020304" pitchFamily="18" charset="0"/>
                  <a:ea typeface="Times New Roman" panose="02020603050405020304" pitchFamily="18" charset="0"/>
                </a:rPr>
                <a:t>23</a:t>
              </a:r>
              <a:r>
                <a:rPr lang="en-US" sz="900">
                  <a:effectLst/>
                  <a:latin typeface="Times New Roman" panose="02020603050405020304" pitchFamily="18" charset="0"/>
                  <a:ea typeface="Times New Roman" panose="02020603050405020304" pitchFamily="18" charset="0"/>
                </a:rPr>
                <a:t>-B</a:t>
              </a:r>
              <a:r>
                <a:rPr lang="en-US" sz="900" baseline="30000">
                  <a:effectLst/>
                  <a:latin typeface="Times New Roman" panose="02020603050405020304" pitchFamily="18" charset="0"/>
                  <a:ea typeface="Times New Roman" panose="02020603050405020304" pitchFamily="18" charset="0"/>
                </a:rPr>
                <a:t>e</a:t>
              </a:r>
              <a:r>
                <a:rPr lang="en-US" sz="900" baseline="-25000">
                  <a:effectLst/>
                  <a:latin typeface="Times New Roman" panose="02020603050405020304" pitchFamily="18" charset="0"/>
                  <a:ea typeface="Times New Roman" panose="02020603050405020304" pitchFamily="18" charset="0"/>
                </a:rPr>
                <a:t>20</a:t>
              </a:r>
              <a:endParaRPr lang="en-IN" sz="1100">
                <a:effectLst/>
                <a:latin typeface="Times New Roman" panose="02020603050405020304" pitchFamily="18" charset="0"/>
                <a:ea typeface="Times New Roman" panose="02020603050405020304" pitchFamily="18" charset="0"/>
              </a:endParaRPr>
            </a:p>
          </p:txBody>
        </p:sp>
        <p:sp>
          <p:nvSpPr>
            <p:cNvPr id="62" name="Text Box 47">
              <a:extLst>
                <a:ext uri="{FF2B5EF4-FFF2-40B4-BE49-F238E27FC236}">
                  <a16:creationId xmlns:a16="http://schemas.microsoft.com/office/drawing/2014/main" id="{ECB1461B-C68C-A54E-2D39-09960550F905}"/>
                </a:ext>
              </a:extLst>
            </p:cNvPr>
            <p:cNvSpPr txBox="1"/>
            <p:nvPr/>
          </p:nvSpPr>
          <p:spPr>
            <a:xfrm>
              <a:off x="2605700" y="712737"/>
              <a:ext cx="600075" cy="31813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900">
                  <a:effectLst/>
                  <a:latin typeface="Times New Roman" panose="02020603050405020304" pitchFamily="18" charset="0"/>
                  <a:ea typeface="Times New Roman" panose="02020603050405020304" pitchFamily="18" charset="0"/>
                </a:rPr>
                <a:t>B</a:t>
              </a:r>
              <a:r>
                <a:rPr lang="en-US" sz="900" baseline="30000">
                  <a:effectLst/>
                  <a:latin typeface="Times New Roman" panose="02020603050405020304" pitchFamily="18" charset="0"/>
                  <a:ea typeface="Times New Roman" panose="02020603050405020304" pitchFamily="18" charset="0"/>
                </a:rPr>
                <a:t>e</a:t>
              </a:r>
              <a:r>
                <a:rPr lang="en-US" sz="900" baseline="-25000">
                  <a:effectLst/>
                  <a:latin typeface="Times New Roman" panose="02020603050405020304" pitchFamily="18" charset="0"/>
                  <a:ea typeface="Times New Roman" panose="02020603050405020304" pitchFamily="18" charset="0"/>
                </a:rPr>
                <a:t>31</a:t>
              </a:r>
              <a:r>
                <a:rPr lang="en-US" sz="900">
                  <a:effectLst/>
                  <a:latin typeface="Times New Roman" panose="02020603050405020304" pitchFamily="18" charset="0"/>
                  <a:ea typeface="Times New Roman" panose="02020603050405020304" pitchFamily="18" charset="0"/>
                </a:rPr>
                <a:t>-B</a:t>
              </a:r>
              <a:r>
                <a:rPr lang="en-US" sz="900" baseline="30000">
                  <a:effectLst/>
                  <a:latin typeface="Times New Roman" panose="02020603050405020304" pitchFamily="18" charset="0"/>
                  <a:ea typeface="Times New Roman" panose="02020603050405020304" pitchFamily="18" charset="0"/>
                </a:rPr>
                <a:t>e</a:t>
              </a:r>
              <a:r>
                <a:rPr lang="en-US" sz="900" baseline="-25000">
                  <a:effectLst/>
                  <a:latin typeface="Times New Roman" panose="02020603050405020304" pitchFamily="18" charset="0"/>
                  <a:ea typeface="Times New Roman" panose="02020603050405020304" pitchFamily="18" charset="0"/>
                </a:rPr>
                <a:t>28</a:t>
              </a:r>
              <a:endParaRPr lang="en-IN" sz="1100">
                <a:effectLst/>
                <a:latin typeface="Times New Roman" panose="02020603050405020304" pitchFamily="18" charset="0"/>
                <a:ea typeface="Times New Roman" panose="02020603050405020304" pitchFamily="18" charset="0"/>
              </a:endParaRPr>
            </a:p>
          </p:txBody>
        </p:sp>
        <p:sp>
          <p:nvSpPr>
            <p:cNvPr id="63" name="Text Box 47">
              <a:extLst>
                <a:ext uri="{FF2B5EF4-FFF2-40B4-BE49-F238E27FC236}">
                  <a16:creationId xmlns:a16="http://schemas.microsoft.com/office/drawing/2014/main" id="{C33E3BBD-E7C2-4B54-B3B5-E08955FD1CD7}"/>
                </a:ext>
              </a:extLst>
            </p:cNvPr>
            <p:cNvSpPr txBox="1"/>
            <p:nvPr/>
          </p:nvSpPr>
          <p:spPr>
            <a:xfrm>
              <a:off x="1937238" y="3925718"/>
              <a:ext cx="412115" cy="31813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900" b="1">
                  <a:effectLst/>
                  <a:latin typeface="Times New Roman" panose="02020603050405020304" pitchFamily="18" charset="0"/>
                  <a:ea typeface="Times New Roman" panose="02020603050405020304" pitchFamily="18" charset="0"/>
                </a:rPr>
                <a:t>YES</a:t>
              </a:r>
              <a:endParaRPr lang="en-IN" sz="1100">
                <a:effectLst/>
                <a:latin typeface="Times New Roman" panose="02020603050405020304" pitchFamily="18" charset="0"/>
                <a:ea typeface="Times New Roman" panose="02020603050405020304" pitchFamily="18" charset="0"/>
              </a:endParaRPr>
            </a:p>
          </p:txBody>
        </p:sp>
        <p:sp>
          <p:nvSpPr>
            <p:cNvPr id="64" name="Text Box 47">
              <a:extLst>
                <a:ext uri="{FF2B5EF4-FFF2-40B4-BE49-F238E27FC236}">
                  <a16:creationId xmlns:a16="http://schemas.microsoft.com/office/drawing/2014/main" id="{B1424389-1D0C-54E4-8F0F-A072EEB69A4A}"/>
                </a:ext>
              </a:extLst>
            </p:cNvPr>
            <p:cNvSpPr txBox="1"/>
            <p:nvPr/>
          </p:nvSpPr>
          <p:spPr>
            <a:xfrm>
              <a:off x="581376" y="4031311"/>
              <a:ext cx="361315" cy="31813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900" b="1">
                  <a:effectLst/>
                  <a:latin typeface="Times New Roman" panose="02020603050405020304" pitchFamily="18" charset="0"/>
                  <a:ea typeface="Times New Roman" panose="02020603050405020304" pitchFamily="18" charset="0"/>
                </a:rPr>
                <a:t>NO</a:t>
              </a:r>
              <a:endParaRPr lang="en-IN" sz="1100">
                <a:effectLst/>
                <a:latin typeface="Times New Roman" panose="02020603050405020304" pitchFamily="18" charset="0"/>
                <a:ea typeface="Times New Roman" panose="02020603050405020304" pitchFamily="18" charset="0"/>
              </a:endParaRPr>
            </a:p>
          </p:txBody>
        </p:sp>
        <p:cxnSp>
          <p:nvCxnSpPr>
            <p:cNvPr id="65" name="Straight Arrow Connector 64">
              <a:extLst>
                <a:ext uri="{FF2B5EF4-FFF2-40B4-BE49-F238E27FC236}">
                  <a16:creationId xmlns:a16="http://schemas.microsoft.com/office/drawing/2014/main" id="{DBFE551E-4D81-1A69-7728-21EA97D7D761}"/>
                </a:ext>
              </a:extLst>
            </p:cNvPr>
            <p:cNvCxnSpPr/>
            <p:nvPr/>
          </p:nvCxnSpPr>
          <p:spPr>
            <a:xfrm flipH="1">
              <a:off x="4028432" y="309161"/>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6" name="Straight Arrow Connector 65">
              <a:extLst>
                <a:ext uri="{FF2B5EF4-FFF2-40B4-BE49-F238E27FC236}">
                  <a16:creationId xmlns:a16="http://schemas.microsoft.com/office/drawing/2014/main" id="{304C40F2-316A-2702-54F2-C95E37401084}"/>
                </a:ext>
              </a:extLst>
            </p:cNvPr>
            <p:cNvCxnSpPr/>
            <p:nvPr/>
          </p:nvCxnSpPr>
          <p:spPr>
            <a:xfrm flipH="1">
              <a:off x="4807659" y="317113"/>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7" name="Straight Arrow Connector 66">
              <a:extLst>
                <a:ext uri="{FF2B5EF4-FFF2-40B4-BE49-F238E27FC236}">
                  <a16:creationId xmlns:a16="http://schemas.microsoft.com/office/drawing/2014/main" id="{46EE4B6C-CB39-F6B9-1EF1-C2B23938C48C}"/>
                </a:ext>
              </a:extLst>
            </p:cNvPr>
            <p:cNvCxnSpPr/>
            <p:nvPr/>
          </p:nvCxnSpPr>
          <p:spPr>
            <a:xfrm flipH="1">
              <a:off x="5555081" y="309161"/>
              <a:ext cx="6350" cy="37465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8" name="Text Box 47">
              <a:extLst>
                <a:ext uri="{FF2B5EF4-FFF2-40B4-BE49-F238E27FC236}">
                  <a16:creationId xmlns:a16="http://schemas.microsoft.com/office/drawing/2014/main" id="{5C21088F-98A7-8143-B8E3-102D15D677C9}"/>
                </a:ext>
              </a:extLst>
            </p:cNvPr>
            <p:cNvSpPr txBox="1"/>
            <p:nvPr/>
          </p:nvSpPr>
          <p:spPr>
            <a:xfrm>
              <a:off x="3880236" y="63611"/>
              <a:ext cx="290195" cy="25336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100">
                  <a:effectLst/>
                  <a:latin typeface="Times New Roman" panose="02020603050405020304" pitchFamily="18" charset="0"/>
                  <a:ea typeface="Times New Roman" panose="02020603050405020304" pitchFamily="18" charset="0"/>
                </a:rPr>
                <a:t>H</a:t>
              </a:r>
              <a:endParaRPr lang="en-IN" sz="1100">
                <a:effectLst/>
                <a:latin typeface="Times New Roman" panose="02020603050405020304" pitchFamily="18" charset="0"/>
                <a:ea typeface="Times New Roman" panose="02020603050405020304" pitchFamily="18" charset="0"/>
              </a:endParaRPr>
            </a:p>
          </p:txBody>
        </p:sp>
        <p:sp>
          <p:nvSpPr>
            <p:cNvPr id="69" name="Text Box 47">
              <a:extLst>
                <a:ext uri="{FF2B5EF4-FFF2-40B4-BE49-F238E27FC236}">
                  <a16:creationId xmlns:a16="http://schemas.microsoft.com/office/drawing/2014/main" id="{2BDCE66A-3324-CFCB-3A6B-8988B1F0E181}"/>
                </a:ext>
              </a:extLst>
            </p:cNvPr>
            <p:cNvSpPr txBox="1"/>
            <p:nvPr/>
          </p:nvSpPr>
          <p:spPr>
            <a:xfrm>
              <a:off x="4664536" y="55796"/>
              <a:ext cx="290195" cy="25336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100">
                  <a:effectLst/>
                  <a:latin typeface="Times New Roman" panose="02020603050405020304" pitchFamily="18" charset="0"/>
                  <a:ea typeface="Times New Roman" panose="02020603050405020304" pitchFamily="18" charset="0"/>
                </a:rPr>
                <a:t>V</a:t>
              </a:r>
              <a:endParaRPr lang="en-IN" sz="1100">
                <a:effectLst/>
                <a:latin typeface="Times New Roman" panose="02020603050405020304" pitchFamily="18" charset="0"/>
                <a:ea typeface="Times New Roman" panose="02020603050405020304" pitchFamily="18" charset="0"/>
              </a:endParaRPr>
            </a:p>
          </p:txBody>
        </p:sp>
        <p:sp>
          <p:nvSpPr>
            <p:cNvPr id="70" name="Text Box 47">
              <a:extLst>
                <a:ext uri="{FF2B5EF4-FFF2-40B4-BE49-F238E27FC236}">
                  <a16:creationId xmlns:a16="http://schemas.microsoft.com/office/drawing/2014/main" id="{2F66273E-4540-4163-BDB8-7481ACBC6BE3}"/>
                </a:ext>
              </a:extLst>
            </p:cNvPr>
            <p:cNvSpPr txBox="1"/>
            <p:nvPr/>
          </p:nvSpPr>
          <p:spPr>
            <a:xfrm>
              <a:off x="5411958" y="76633"/>
              <a:ext cx="321945" cy="25336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100">
                  <a:effectLst/>
                  <a:latin typeface="Times New Roman" panose="02020603050405020304" pitchFamily="18" charset="0"/>
                  <a:ea typeface="Times New Roman" panose="02020603050405020304" pitchFamily="18" charset="0"/>
                </a:rPr>
                <a:t>B</a:t>
              </a:r>
              <a:r>
                <a:rPr lang="en-US" sz="1100" baseline="30000">
                  <a:effectLst/>
                  <a:latin typeface="Times New Roman" panose="02020603050405020304" pitchFamily="18" charset="0"/>
                  <a:ea typeface="Times New Roman" panose="02020603050405020304" pitchFamily="18" charset="0"/>
                </a:rPr>
                <a:t>e</a:t>
              </a:r>
              <a:endParaRPr lang="en-IN" sz="1100">
                <a:effectLst/>
                <a:latin typeface="Times New Roman" panose="02020603050405020304" pitchFamily="18" charset="0"/>
                <a:ea typeface="Times New Roman" panose="02020603050405020304" pitchFamily="18" charset="0"/>
              </a:endParaRPr>
            </a:p>
          </p:txBody>
        </p:sp>
        <p:sp>
          <p:nvSpPr>
            <p:cNvPr id="71" name="Text Box 47">
              <a:extLst>
                <a:ext uri="{FF2B5EF4-FFF2-40B4-BE49-F238E27FC236}">
                  <a16:creationId xmlns:a16="http://schemas.microsoft.com/office/drawing/2014/main" id="{BB6136D5-00D0-3690-D791-4B2BBC0550E1}"/>
                </a:ext>
              </a:extLst>
            </p:cNvPr>
            <p:cNvSpPr txBox="1"/>
            <p:nvPr/>
          </p:nvSpPr>
          <p:spPr>
            <a:xfrm>
              <a:off x="3980725" y="1474884"/>
              <a:ext cx="410845" cy="25336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100">
                  <a:effectLst/>
                  <a:latin typeface="Times New Roman" panose="02020603050405020304" pitchFamily="18" charset="0"/>
                  <a:ea typeface="Times New Roman" panose="02020603050405020304" pitchFamily="18" charset="0"/>
                </a:rPr>
                <a:t>B</a:t>
              </a:r>
              <a:r>
                <a:rPr lang="en-US" sz="1100" baseline="30000">
                  <a:effectLst/>
                  <a:latin typeface="Times New Roman" panose="02020603050405020304" pitchFamily="18" charset="0"/>
                  <a:ea typeface="Times New Roman" panose="02020603050405020304" pitchFamily="18" charset="0"/>
                </a:rPr>
                <a:t>e</a:t>
              </a:r>
              <a:r>
                <a:rPr lang="en-US" sz="1100" baseline="-25000">
                  <a:effectLst/>
                  <a:latin typeface="Times New Roman" panose="02020603050405020304" pitchFamily="18" charset="0"/>
                  <a:ea typeface="Times New Roman" panose="02020603050405020304" pitchFamily="18" charset="0"/>
                </a:rPr>
                <a:t>16</a:t>
              </a:r>
              <a:endParaRPr lang="en-IN" sz="1100">
                <a:effectLst/>
                <a:latin typeface="Times New Roman" panose="02020603050405020304" pitchFamily="18" charset="0"/>
                <a:ea typeface="Times New Roman" panose="02020603050405020304" pitchFamily="18" charset="0"/>
              </a:endParaRPr>
            </a:p>
          </p:txBody>
        </p:sp>
        <p:sp>
          <p:nvSpPr>
            <p:cNvPr id="72" name="Text Box 47">
              <a:extLst>
                <a:ext uri="{FF2B5EF4-FFF2-40B4-BE49-F238E27FC236}">
                  <a16:creationId xmlns:a16="http://schemas.microsoft.com/office/drawing/2014/main" id="{6774722A-DB1E-B2DF-FA7B-DCD05D914E78}"/>
                </a:ext>
              </a:extLst>
            </p:cNvPr>
            <p:cNvSpPr txBox="1"/>
            <p:nvPr/>
          </p:nvSpPr>
          <p:spPr>
            <a:xfrm>
              <a:off x="4306727" y="1474884"/>
              <a:ext cx="366395" cy="29146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100">
                  <a:effectLst/>
                  <a:latin typeface="Times New Roman" panose="02020603050405020304" pitchFamily="18" charset="0"/>
                  <a:ea typeface="Times New Roman" panose="02020603050405020304" pitchFamily="18" charset="0"/>
                </a:rPr>
                <a:t>B</a:t>
              </a:r>
              <a:r>
                <a:rPr lang="en-US" sz="1100" baseline="30000">
                  <a:effectLst/>
                  <a:latin typeface="Times New Roman" panose="02020603050405020304" pitchFamily="18" charset="0"/>
                  <a:ea typeface="Times New Roman" panose="02020603050405020304" pitchFamily="18" charset="0"/>
                </a:rPr>
                <a:t>e</a:t>
              </a:r>
              <a:r>
                <a:rPr lang="en-US" sz="1100" baseline="-25000">
                  <a:effectLst/>
                  <a:latin typeface="Times New Roman" panose="02020603050405020304" pitchFamily="18" charset="0"/>
                  <a:ea typeface="Times New Roman" panose="02020603050405020304" pitchFamily="18" charset="0"/>
                </a:rPr>
                <a:t>0</a:t>
              </a:r>
              <a:endParaRPr lang="en-IN" sz="1100">
                <a:effectLst/>
                <a:latin typeface="Times New Roman" panose="02020603050405020304" pitchFamily="18" charset="0"/>
                <a:ea typeface="Times New Roman" panose="02020603050405020304" pitchFamily="18" charset="0"/>
              </a:endParaRPr>
            </a:p>
          </p:txBody>
        </p:sp>
        <p:sp>
          <p:nvSpPr>
            <p:cNvPr id="73" name="Text Box 47">
              <a:extLst>
                <a:ext uri="{FF2B5EF4-FFF2-40B4-BE49-F238E27FC236}">
                  <a16:creationId xmlns:a16="http://schemas.microsoft.com/office/drawing/2014/main" id="{762BDF22-C656-5252-8D05-B1A1855B9BE9}"/>
                </a:ext>
              </a:extLst>
            </p:cNvPr>
            <p:cNvSpPr txBox="1"/>
            <p:nvPr/>
          </p:nvSpPr>
          <p:spPr>
            <a:xfrm>
              <a:off x="5142966" y="1474884"/>
              <a:ext cx="410845" cy="29146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100">
                  <a:effectLst/>
                  <a:latin typeface="Times New Roman" panose="02020603050405020304" pitchFamily="18" charset="0"/>
                  <a:ea typeface="Times New Roman" panose="02020603050405020304" pitchFamily="18" charset="0"/>
                </a:rPr>
                <a:t>B</a:t>
              </a:r>
              <a:r>
                <a:rPr lang="en-US" sz="1100" baseline="30000">
                  <a:effectLst/>
                  <a:latin typeface="Times New Roman" panose="02020603050405020304" pitchFamily="18" charset="0"/>
                  <a:ea typeface="Times New Roman" panose="02020603050405020304" pitchFamily="18" charset="0"/>
                </a:rPr>
                <a:t>e</a:t>
              </a:r>
              <a:r>
                <a:rPr lang="en-US" sz="1100" baseline="-25000">
                  <a:effectLst/>
                  <a:latin typeface="Times New Roman" panose="02020603050405020304" pitchFamily="18" charset="0"/>
                  <a:ea typeface="Times New Roman" panose="02020603050405020304" pitchFamily="18" charset="0"/>
                </a:rPr>
                <a:t>31</a:t>
              </a:r>
              <a:endParaRPr lang="en-IN" sz="1100">
                <a:effectLst/>
                <a:latin typeface="Times New Roman" panose="02020603050405020304" pitchFamily="18" charset="0"/>
                <a:ea typeface="Times New Roman" panose="02020603050405020304" pitchFamily="18" charset="0"/>
              </a:endParaRPr>
            </a:p>
          </p:txBody>
        </p:sp>
        <p:sp>
          <p:nvSpPr>
            <p:cNvPr id="74" name="Text Box 47">
              <a:extLst>
                <a:ext uri="{FF2B5EF4-FFF2-40B4-BE49-F238E27FC236}">
                  <a16:creationId xmlns:a16="http://schemas.microsoft.com/office/drawing/2014/main" id="{2D1A3F98-A689-4CE5-4B19-5660F3799900}"/>
                </a:ext>
              </a:extLst>
            </p:cNvPr>
            <p:cNvSpPr txBox="1"/>
            <p:nvPr/>
          </p:nvSpPr>
          <p:spPr>
            <a:xfrm>
              <a:off x="5491471" y="1474884"/>
              <a:ext cx="410845" cy="291465"/>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100">
                  <a:effectLst/>
                  <a:latin typeface="Times New Roman" panose="02020603050405020304" pitchFamily="18" charset="0"/>
                  <a:ea typeface="Times New Roman" panose="02020603050405020304" pitchFamily="18" charset="0"/>
                </a:rPr>
                <a:t>B</a:t>
              </a:r>
              <a:r>
                <a:rPr lang="en-US" sz="1100" baseline="30000">
                  <a:effectLst/>
                  <a:latin typeface="Times New Roman" panose="02020603050405020304" pitchFamily="18" charset="0"/>
                  <a:ea typeface="Times New Roman" panose="02020603050405020304" pitchFamily="18" charset="0"/>
                </a:rPr>
                <a:t>e</a:t>
              </a:r>
              <a:r>
                <a:rPr lang="en-US" sz="1100" baseline="-25000">
                  <a:effectLst/>
                  <a:latin typeface="Times New Roman" panose="02020603050405020304" pitchFamily="18" charset="0"/>
                  <a:ea typeface="Times New Roman" panose="02020603050405020304" pitchFamily="18" charset="0"/>
                </a:rPr>
                <a:t>15</a:t>
              </a:r>
              <a:endParaRPr lang="en-IN" sz="1100">
                <a:effectLst/>
                <a:latin typeface="Times New Roman" panose="02020603050405020304" pitchFamily="18" charset="0"/>
                <a:ea typeface="Times New Roman" panose="02020603050405020304" pitchFamily="18" charset="0"/>
              </a:endParaRPr>
            </a:p>
          </p:txBody>
        </p:sp>
        <p:sp>
          <p:nvSpPr>
            <p:cNvPr id="75" name="Text Box 47">
              <a:extLst>
                <a:ext uri="{FF2B5EF4-FFF2-40B4-BE49-F238E27FC236}">
                  <a16:creationId xmlns:a16="http://schemas.microsoft.com/office/drawing/2014/main" id="{C96F6EE4-4B11-11F9-B209-407669F9094F}"/>
                </a:ext>
              </a:extLst>
            </p:cNvPr>
            <p:cNvSpPr txBox="1"/>
            <p:nvPr/>
          </p:nvSpPr>
          <p:spPr>
            <a:xfrm>
              <a:off x="3910072" y="2703445"/>
              <a:ext cx="322580" cy="313690"/>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000">
                  <a:effectLst/>
                  <a:latin typeface="Times New Roman" panose="02020603050405020304" pitchFamily="18" charset="0"/>
                  <a:ea typeface="Times New Roman" panose="02020603050405020304" pitchFamily="18" charset="0"/>
                </a:rPr>
                <a:t>V</a:t>
              </a:r>
              <a:r>
                <a:rPr lang="en-US" sz="1000" baseline="-25000">
                  <a:effectLst/>
                  <a:latin typeface="Times New Roman" panose="02020603050405020304" pitchFamily="18" charset="0"/>
                  <a:ea typeface="Times New Roman" panose="02020603050405020304" pitchFamily="18" charset="0"/>
                </a:rPr>
                <a:t>0</a:t>
              </a:r>
              <a:endParaRPr lang="en-IN" sz="1100">
                <a:effectLst/>
                <a:latin typeface="Times New Roman" panose="02020603050405020304" pitchFamily="18" charset="0"/>
                <a:ea typeface="Times New Roman" panose="02020603050405020304" pitchFamily="18" charset="0"/>
              </a:endParaRPr>
            </a:p>
          </p:txBody>
        </p:sp>
        <p:sp>
          <p:nvSpPr>
            <p:cNvPr id="76" name="Text Box 47">
              <a:extLst>
                <a:ext uri="{FF2B5EF4-FFF2-40B4-BE49-F238E27FC236}">
                  <a16:creationId xmlns:a16="http://schemas.microsoft.com/office/drawing/2014/main" id="{68650D36-5E4B-89E3-68E0-8592F39787DA}"/>
                </a:ext>
              </a:extLst>
            </p:cNvPr>
            <p:cNvSpPr txBox="1"/>
            <p:nvPr/>
          </p:nvSpPr>
          <p:spPr>
            <a:xfrm>
              <a:off x="4290824" y="2797101"/>
              <a:ext cx="359410" cy="313690"/>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000">
                  <a:effectLst/>
                  <a:latin typeface="Times New Roman" panose="02020603050405020304" pitchFamily="18" charset="0"/>
                  <a:ea typeface="Times New Roman" panose="02020603050405020304" pitchFamily="18" charset="0"/>
                </a:rPr>
                <a:t>V</a:t>
              </a:r>
              <a:r>
                <a:rPr lang="en-US" sz="1000" baseline="30000">
                  <a:effectLst/>
                  <a:latin typeface="Times New Roman" panose="02020603050405020304" pitchFamily="18" charset="0"/>
                  <a:ea typeface="Times New Roman" panose="02020603050405020304" pitchFamily="18" charset="0"/>
                </a:rPr>
                <a:t>e</a:t>
              </a:r>
              <a:r>
                <a:rPr lang="en-US" sz="1000" baseline="-25000">
                  <a:effectLst/>
                  <a:latin typeface="Times New Roman" panose="02020603050405020304" pitchFamily="18" charset="0"/>
                  <a:ea typeface="Times New Roman" panose="02020603050405020304" pitchFamily="18" charset="0"/>
                </a:rPr>
                <a:t>0</a:t>
              </a:r>
              <a:endParaRPr lang="en-IN" sz="1100">
                <a:effectLst/>
                <a:latin typeface="Times New Roman" panose="02020603050405020304" pitchFamily="18" charset="0"/>
                <a:ea typeface="Times New Roman" panose="02020603050405020304" pitchFamily="18" charset="0"/>
              </a:endParaRPr>
            </a:p>
          </p:txBody>
        </p:sp>
        <p:sp>
          <p:nvSpPr>
            <p:cNvPr id="77" name="Text Box 47">
              <a:extLst>
                <a:ext uri="{FF2B5EF4-FFF2-40B4-BE49-F238E27FC236}">
                  <a16:creationId xmlns:a16="http://schemas.microsoft.com/office/drawing/2014/main" id="{C353F762-5756-0EB5-7DE9-6751A7DECF0C}"/>
                </a:ext>
              </a:extLst>
            </p:cNvPr>
            <p:cNvSpPr txBox="1"/>
            <p:nvPr/>
          </p:nvSpPr>
          <p:spPr>
            <a:xfrm>
              <a:off x="5045370" y="2716467"/>
              <a:ext cx="363855" cy="313690"/>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000">
                  <a:effectLst/>
                  <a:latin typeface="Times New Roman" panose="02020603050405020304" pitchFamily="18" charset="0"/>
                  <a:ea typeface="Times New Roman" panose="02020603050405020304" pitchFamily="18" charset="0"/>
                </a:rPr>
                <a:t>V</a:t>
              </a:r>
              <a:r>
                <a:rPr lang="en-US" sz="1000" baseline="-25000">
                  <a:effectLst/>
                  <a:latin typeface="Times New Roman" panose="02020603050405020304" pitchFamily="18" charset="0"/>
                  <a:ea typeface="Times New Roman" panose="02020603050405020304" pitchFamily="18" charset="0"/>
                </a:rPr>
                <a:t>16</a:t>
              </a:r>
              <a:endParaRPr lang="en-IN" sz="1100">
                <a:effectLst/>
                <a:latin typeface="Times New Roman" panose="02020603050405020304" pitchFamily="18" charset="0"/>
                <a:ea typeface="Times New Roman" panose="02020603050405020304" pitchFamily="18" charset="0"/>
              </a:endParaRPr>
            </a:p>
          </p:txBody>
        </p:sp>
        <p:sp>
          <p:nvSpPr>
            <p:cNvPr id="78" name="Text Box 47">
              <a:extLst>
                <a:ext uri="{FF2B5EF4-FFF2-40B4-BE49-F238E27FC236}">
                  <a16:creationId xmlns:a16="http://schemas.microsoft.com/office/drawing/2014/main" id="{85CFA465-D2FC-E26A-0B9A-5197DE86D567}"/>
                </a:ext>
              </a:extLst>
            </p:cNvPr>
            <p:cNvSpPr txBox="1"/>
            <p:nvPr/>
          </p:nvSpPr>
          <p:spPr>
            <a:xfrm>
              <a:off x="5491471" y="2811882"/>
              <a:ext cx="400685" cy="313690"/>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000">
                  <a:effectLst/>
                  <a:latin typeface="Times New Roman" panose="02020603050405020304" pitchFamily="18" charset="0"/>
                  <a:ea typeface="Times New Roman" panose="02020603050405020304" pitchFamily="18" charset="0"/>
                </a:rPr>
                <a:t>V</a:t>
              </a:r>
              <a:r>
                <a:rPr lang="en-US" sz="1000" baseline="30000">
                  <a:effectLst/>
                  <a:latin typeface="Times New Roman" panose="02020603050405020304" pitchFamily="18" charset="0"/>
                  <a:ea typeface="Times New Roman" panose="02020603050405020304" pitchFamily="18" charset="0"/>
                </a:rPr>
                <a:t>e</a:t>
              </a:r>
              <a:r>
                <a:rPr lang="en-US" sz="1000" baseline="-25000">
                  <a:effectLst/>
                  <a:latin typeface="Times New Roman" panose="02020603050405020304" pitchFamily="18" charset="0"/>
                  <a:ea typeface="Times New Roman" panose="02020603050405020304" pitchFamily="18" charset="0"/>
                </a:rPr>
                <a:t>16</a:t>
              </a:r>
              <a:endParaRPr lang="en-IN" sz="1100">
                <a:effectLst/>
                <a:latin typeface="Times New Roman" panose="02020603050405020304" pitchFamily="18" charset="0"/>
                <a:ea typeface="Times New Roman" panose="02020603050405020304" pitchFamily="18" charset="0"/>
              </a:endParaRPr>
            </a:p>
          </p:txBody>
        </p:sp>
        <p:sp>
          <p:nvSpPr>
            <p:cNvPr id="79" name="Text Box 47">
              <a:extLst>
                <a:ext uri="{FF2B5EF4-FFF2-40B4-BE49-F238E27FC236}">
                  <a16:creationId xmlns:a16="http://schemas.microsoft.com/office/drawing/2014/main" id="{C9F2BE49-8D4E-E28F-6734-99284691537E}"/>
                </a:ext>
              </a:extLst>
            </p:cNvPr>
            <p:cNvSpPr txBox="1"/>
            <p:nvPr/>
          </p:nvSpPr>
          <p:spPr>
            <a:xfrm>
              <a:off x="3883320" y="3872792"/>
              <a:ext cx="301625" cy="313690"/>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000">
                  <a:effectLst/>
                  <a:latin typeface="Times New Roman" panose="02020603050405020304" pitchFamily="18" charset="0"/>
                  <a:ea typeface="Times New Roman" panose="02020603050405020304" pitchFamily="18" charset="0"/>
                </a:rPr>
                <a:t>S</a:t>
              </a:r>
              <a:r>
                <a:rPr lang="en-US" sz="1000" baseline="-25000">
                  <a:effectLst/>
                  <a:latin typeface="Times New Roman" panose="02020603050405020304" pitchFamily="18" charset="0"/>
                  <a:ea typeface="Times New Roman" panose="02020603050405020304" pitchFamily="18" charset="0"/>
                </a:rPr>
                <a:t>p</a:t>
              </a:r>
              <a:endParaRPr lang="en-IN" sz="1100">
                <a:effectLst/>
                <a:latin typeface="Times New Roman" panose="02020603050405020304" pitchFamily="18" charset="0"/>
                <a:ea typeface="Times New Roman" panose="02020603050405020304" pitchFamily="18" charset="0"/>
              </a:endParaRPr>
            </a:p>
          </p:txBody>
        </p:sp>
        <p:sp>
          <p:nvSpPr>
            <p:cNvPr id="80" name="Text Box 47">
              <a:extLst>
                <a:ext uri="{FF2B5EF4-FFF2-40B4-BE49-F238E27FC236}">
                  <a16:creationId xmlns:a16="http://schemas.microsoft.com/office/drawing/2014/main" id="{7F740192-56F8-EAC3-5737-3FACF017B440}"/>
                </a:ext>
              </a:extLst>
            </p:cNvPr>
            <p:cNvSpPr txBox="1"/>
            <p:nvPr/>
          </p:nvSpPr>
          <p:spPr>
            <a:xfrm>
              <a:off x="5045370" y="3895799"/>
              <a:ext cx="301625" cy="313690"/>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000">
                  <a:effectLst/>
                  <a:latin typeface="Times New Roman" panose="02020603050405020304" pitchFamily="18" charset="0"/>
                  <a:ea typeface="Times New Roman" panose="02020603050405020304" pitchFamily="18" charset="0"/>
                </a:rPr>
                <a:t>S</a:t>
              </a:r>
              <a:r>
                <a:rPr lang="en-US" sz="1000" baseline="-25000">
                  <a:effectLst/>
                  <a:latin typeface="Times New Roman" panose="02020603050405020304" pitchFamily="18" charset="0"/>
                  <a:ea typeface="Times New Roman" panose="02020603050405020304" pitchFamily="18" charset="0"/>
                </a:rPr>
                <a:t>p</a:t>
              </a:r>
              <a:endParaRPr lang="en-IN" sz="1100">
                <a:effectLst/>
                <a:latin typeface="Times New Roman" panose="02020603050405020304" pitchFamily="18" charset="0"/>
                <a:ea typeface="Times New Roman" panose="02020603050405020304" pitchFamily="18" charset="0"/>
              </a:endParaRPr>
            </a:p>
          </p:txBody>
        </p:sp>
        <p:sp>
          <p:nvSpPr>
            <p:cNvPr id="81" name="Text Box 47">
              <a:extLst>
                <a:ext uri="{FF2B5EF4-FFF2-40B4-BE49-F238E27FC236}">
                  <a16:creationId xmlns:a16="http://schemas.microsoft.com/office/drawing/2014/main" id="{35E4AA17-C9D8-6EA1-2ADC-9F43F8CE6114}"/>
                </a:ext>
              </a:extLst>
            </p:cNvPr>
            <p:cNvSpPr txBox="1"/>
            <p:nvPr/>
          </p:nvSpPr>
          <p:spPr>
            <a:xfrm>
              <a:off x="3583600" y="4696341"/>
              <a:ext cx="301625" cy="313690"/>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000">
                  <a:effectLst/>
                  <a:latin typeface="Times New Roman" panose="02020603050405020304" pitchFamily="18" charset="0"/>
                  <a:ea typeface="Times New Roman" panose="02020603050405020304" pitchFamily="18" charset="0"/>
                </a:rPr>
                <a:t>S</a:t>
              </a:r>
              <a:r>
                <a:rPr lang="en-US" sz="1000" baseline="-25000">
                  <a:effectLst/>
                  <a:latin typeface="Times New Roman" panose="02020603050405020304" pitchFamily="18" charset="0"/>
                  <a:ea typeface="Times New Roman" panose="02020603050405020304" pitchFamily="18" charset="0"/>
                </a:rPr>
                <a:t>p</a:t>
              </a:r>
              <a:endParaRPr lang="en-IN" sz="1100">
                <a:effectLst/>
                <a:latin typeface="Times New Roman" panose="02020603050405020304" pitchFamily="18" charset="0"/>
                <a:ea typeface="Times New Roman" panose="02020603050405020304" pitchFamily="18" charset="0"/>
              </a:endParaRPr>
            </a:p>
          </p:txBody>
        </p:sp>
        <p:sp>
          <p:nvSpPr>
            <p:cNvPr id="82" name="Text Box 47">
              <a:extLst>
                <a:ext uri="{FF2B5EF4-FFF2-40B4-BE49-F238E27FC236}">
                  <a16:creationId xmlns:a16="http://schemas.microsoft.com/office/drawing/2014/main" id="{32281D3A-D605-C8A8-414F-A6E1410DEA90}"/>
                </a:ext>
              </a:extLst>
            </p:cNvPr>
            <p:cNvSpPr txBox="1"/>
            <p:nvPr/>
          </p:nvSpPr>
          <p:spPr>
            <a:xfrm>
              <a:off x="3609000" y="5435812"/>
              <a:ext cx="365760" cy="313690"/>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000">
                  <a:effectLst/>
                  <a:latin typeface="Times New Roman" panose="02020603050405020304" pitchFamily="18" charset="0"/>
                  <a:ea typeface="Times New Roman" panose="02020603050405020304" pitchFamily="18" charset="0"/>
                </a:rPr>
                <a:t>S</a:t>
              </a:r>
              <a:r>
                <a:rPr lang="en-US" sz="1000" baseline="-25000">
                  <a:effectLst/>
                  <a:latin typeface="Times New Roman" panose="02020603050405020304" pitchFamily="18" charset="0"/>
                  <a:ea typeface="Times New Roman" panose="02020603050405020304" pitchFamily="18" charset="0"/>
                </a:rPr>
                <a:t>pm</a:t>
              </a:r>
              <a:endParaRPr lang="en-IN" sz="1100">
                <a:effectLst/>
                <a:latin typeface="Times New Roman" panose="02020603050405020304" pitchFamily="18" charset="0"/>
                <a:ea typeface="Times New Roman" panose="02020603050405020304" pitchFamily="18" charset="0"/>
              </a:endParaRPr>
            </a:p>
          </p:txBody>
        </p:sp>
        <p:sp>
          <p:nvSpPr>
            <p:cNvPr id="83" name="Text Box 47">
              <a:extLst>
                <a:ext uri="{FF2B5EF4-FFF2-40B4-BE49-F238E27FC236}">
                  <a16:creationId xmlns:a16="http://schemas.microsoft.com/office/drawing/2014/main" id="{4E8D8868-90F0-7E9D-163A-97DB824273BD}"/>
                </a:ext>
              </a:extLst>
            </p:cNvPr>
            <p:cNvSpPr txBox="1"/>
            <p:nvPr/>
          </p:nvSpPr>
          <p:spPr>
            <a:xfrm>
              <a:off x="3670623" y="6294553"/>
              <a:ext cx="963930" cy="313690"/>
            </a:xfrm>
            <a:prstGeom prst="rect">
              <a:avLst/>
            </a:prstGeom>
            <a:noFill/>
            <a:ln w="6350">
              <a:noFill/>
            </a:ln>
          </p:spPr>
          <p:txBody>
            <a:bodyPr rot="0" spcFirstLastPara="0" vert="horz" wrap="none" lIns="91440" tIns="45720" rIns="91440" bIns="45720" numCol="1" spcCol="0" rtlCol="0" fromWordArt="0" anchor="t" anchorCtr="0" forceAA="0" compatLnSpc="1">
              <a:prstTxWarp prst="textNoShape">
                <a:avLst/>
              </a:prstTxWarp>
              <a:noAutofit/>
            </a:bodyPr>
            <a:lstStyle/>
            <a:p>
              <a:r>
                <a:rPr lang="en-US" sz="1000">
                  <a:effectLst/>
                  <a:latin typeface="Times New Roman" panose="02020603050405020304" pitchFamily="18" charset="0"/>
                  <a:ea typeface="Times New Roman" panose="02020603050405020304" pitchFamily="18" charset="0"/>
                </a:rPr>
                <a:t>C=S</a:t>
              </a:r>
              <a:r>
                <a:rPr lang="en-US" sz="1000" baseline="-25000">
                  <a:effectLst/>
                  <a:latin typeface="Times New Roman" panose="02020603050405020304" pitchFamily="18" charset="0"/>
                  <a:ea typeface="Times New Roman" panose="02020603050405020304" pitchFamily="18" charset="0"/>
                </a:rPr>
                <a:t>pm </a:t>
              </a:r>
              <a:r>
                <a:rPr lang="en-US" sz="1000">
                  <a:effectLst/>
                  <a:latin typeface="Times New Roman" panose="02020603050405020304" pitchFamily="18" charset="0"/>
                  <a:ea typeface="Times New Roman" panose="02020603050405020304" pitchFamily="18" charset="0"/>
                </a:rPr>
                <a:t>XOR B</a:t>
              </a:r>
              <a:r>
                <a:rPr lang="en-US" sz="1000" baseline="30000">
                  <a:effectLst/>
                  <a:latin typeface="Times New Roman" panose="02020603050405020304" pitchFamily="18" charset="0"/>
                  <a:ea typeface="Times New Roman" panose="02020603050405020304" pitchFamily="18" charset="0"/>
                </a:rPr>
                <a:t>e</a:t>
              </a:r>
              <a:endParaRPr lang="en-IN" sz="1100">
                <a:effectLst/>
                <a:latin typeface="Times New Roman" panose="02020603050405020304" pitchFamily="18" charset="0"/>
                <a:ea typeface="Times New Roman" panose="02020603050405020304" pitchFamily="18" charset="0"/>
              </a:endParaRPr>
            </a:p>
          </p:txBody>
        </p:sp>
      </p:grpSp>
    </p:spTree>
    <p:extLst>
      <p:ext uri="{BB962C8B-B14F-4D97-AF65-F5344CB8AC3E}">
        <p14:creationId xmlns:p14="http://schemas.microsoft.com/office/powerpoint/2010/main" val="35846836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7D0BC-05D6-E5EC-8AEB-04FBACA66622}"/>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Terms used in Decoder</a:t>
            </a:r>
          </a:p>
        </p:txBody>
      </p:sp>
      <p:sp>
        <p:nvSpPr>
          <p:cNvPr id="3" name="Content Placeholder 2">
            <a:extLst>
              <a:ext uri="{FF2B5EF4-FFF2-40B4-BE49-F238E27FC236}">
                <a16:creationId xmlns:a16="http://schemas.microsoft.com/office/drawing/2014/main" id="{EC409434-255C-AC10-68F7-511F31B9066D}"/>
              </a:ext>
            </a:extLst>
          </p:cNvPr>
          <p:cNvSpPr>
            <a:spLocks noGrp="1"/>
          </p:cNvSpPr>
          <p:nvPr>
            <p:ph idx="1"/>
          </p:nvPr>
        </p:nvSpPr>
        <p:spPr>
          <a:xfrm>
            <a:off x="838200" y="1825625"/>
            <a:ext cx="10658582" cy="4883400"/>
          </a:xfrm>
        </p:spPr>
        <p:txBody>
          <a:bodyPr>
            <a:normAutofit/>
          </a:bodyPr>
          <a:lstStyle/>
          <a:p>
            <a:pPr algn="just">
              <a:lnSpc>
                <a:spcPct val="107000"/>
              </a:lnSpc>
              <a:spcAft>
                <a:spcPts val="800"/>
              </a:spcAft>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B </a:t>
            </a:r>
            <a:r>
              <a:rPr lang="en-GB"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Original Input (consider 32-bit)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H </a:t>
            </a:r>
            <a:r>
              <a:rPr lang="en-GB"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Horizontal redundant bits (16-bit)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V </a:t>
            </a:r>
            <a:r>
              <a:rPr lang="en-GB"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Vertical redundant bits (16-bit)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B</a:t>
            </a:r>
            <a:r>
              <a:rPr lang="en-GB" sz="1800" baseline="30000" dirty="0">
                <a:effectLst/>
                <a:latin typeface="Times New Roman" panose="02020603050405020304" pitchFamily="18" charset="0"/>
                <a:ea typeface="Calibri" panose="020F0502020204030204" pitchFamily="34" charset="0"/>
                <a:cs typeface="Times New Roman" panose="02020603050405020304" pitchFamily="18" charset="0"/>
              </a:rPr>
              <a:t>e</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Erroneous Input (32-bit)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H</a:t>
            </a:r>
            <a:r>
              <a:rPr lang="en-GB" sz="1800" baseline="30000" dirty="0">
                <a:effectLst/>
                <a:latin typeface="Times New Roman" panose="02020603050405020304" pitchFamily="18" charset="0"/>
                <a:ea typeface="Calibri" panose="020F0502020204030204" pitchFamily="34" charset="0"/>
                <a:cs typeface="Times New Roman" panose="02020603050405020304" pitchFamily="18" charset="0"/>
              </a:rPr>
              <a:t>e</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Horizontal redundant bits for erroneous input (16-bit)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V</a:t>
            </a:r>
            <a:r>
              <a:rPr lang="en-GB" sz="1800" baseline="30000" dirty="0">
                <a:effectLst/>
                <a:latin typeface="Times New Roman" panose="02020603050405020304" pitchFamily="18" charset="0"/>
                <a:ea typeface="Calibri" panose="020F0502020204030204" pitchFamily="34" charset="0"/>
                <a:cs typeface="Times New Roman" panose="02020603050405020304" pitchFamily="18" charset="0"/>
              </a:rPr>
              <a:t>e</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Vertical redundant bits for erroneous input (16-bit)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sz="18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GB" sz="1800" baseline="-25000" dirty="0" err="1">
                <a:effectLst/>
                <a:latin typeface="Times New Roman" panose="02020603050405020304" pitchFamily="18" charset="0"/>
                <a:ea typeface="Calibri" panose="020F0502020204030204" pitchFamily="34" charset="0"/>
                <a:cs typeface="Times New Roman" panose="02020603050405020304" pitchFamily="18" charset="0"/>
              </a:rPr>
              <a:t>p</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Syndrome value (16-bit)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sz="1800" dirty="0" err="1">
                <a:effectLst/>
                <a:latin typeface="Times New Roman" panose="02020603050405020304" pitchFamily="18" charset="0"/>
                <a:ea typeface="Calibri" panose="020F0502020204030204" pitchFamily="34" charset="0"/>
                <a:cs typeface="Times New Roman" panose="02020603050405020304" pitchFamily="18" charset="0"/>
              </a:rPr>
              <a:t>S</a:t>
            </a:r>
            <a:r>
              <a:rPr lang="en-GB" sz="1800" baseline="-25000" dirty="0" err="1">
                <a:effectLst/>
                <a:latin typeface="Times New Roman" panose="02020603050405020304" pitchFamily="18" charset="0"/>
                <a:ea typeface="Calibri" panose="020F0502020204030204" pitchFamily="34" charset="0"/>
                <a:cs typeface="Times New Roman" panose="02020603050405020304" pitchFamily="18" charset="0"/>
              </a:rPr>
              <a:t>pm</a:t>
            </a:r>
            <a:r>
              <a:rPr lang="en-GB" sz="1800" baseline="-25000" dirty="0">
                <a:effectLst/>
                <a:latin typeface="Times New Roman" panose="02020603050405020304" pitchFamily="18" charset="0"/>
                <a:ea typeface="Calibri" panose="020F0502020204030204" pitchFamily="34" charset="0"/>
                <a:cs typeface="Times New Roman" panose="02020603050405020304" pitchFamily="18" charset="0"/>
              </a:rPr>
              <a:t> </a:t>
            </a:r>
            <a:r>
              <a:rPr lang="en-GB"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Updated syndrome value (32-bit)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C </a:t>
            </a:r>
            <a:r>
              <a:rPr lang="en-GB" sz="1800" dirty="0">
                <a:effectLst/>
                <a:latin typeface="Times New Roman" panose="02020603050405020304" pitchFamily="18" charset="0"/>
                <a:ea typeface="Calibri" panose="020F0502020204030204" pitchFamily="34" charset="0"/>
                <a:cs typeface="Times New Roman" panose="02020603050405020304" pitchFamily="18" charset="0"/>
                <a:sym typeface="Wingdings" panose="05000000000000000000" pitchFamily="2" charset="2"/>
              </a:rPr>
              <a:t></a:t>
            </a:r>
            <a:r>
              <a:rPr lang="en-GB" sz="1800" dirty="0">
                <a:effectLst/>
                <a:latin typeface="Times New Roman" panose="02020603050405020304" pitchFamily="18" charset="0"/>
                <a:ea typeface="Calibri" panose="020F0502020204030204" pitchFamily="34" charset="0"/>
                <a:cs typeface="Times New Roman" panose="02020603050405020304" pitchFamily="18" charset="0"/>
              </a:rPr>
              <a:t> Final modified output with no error bits (32-bit)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221532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31098-11AE-B339-9D1B-3C6B0285F7C9}"/>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Decoder of IRMC Algorithm</a:t>
            </a:r>
          </a:p>
        </p:txBody>
      </p:sp>
      <p:sp>
        <p:nvSpPr>
          <p:cNvPr id="3" name="Content Placeholder 2">
            <a:extLst>
              <a:ext uri="{FF2B5EF4-FFF2-40B4-BE49-F238E27FC236}">
                <a16:creationId xmlns:a16="http://schemas.microsoft.com/office/drawing/2014/main" id="{C5E2CC09-AEB5-34AD-3D72-1764AD7D746D}"/>
              </a:ext>
            </a:extLst>
          </p:cNvPr>
          <p:cNvSpPr>
            <a:spLocks noGrp="1"/>
          </p:cNvSpPr>
          <p:nvPr>
            <p:ph idx="1"/>
          </p:nvPr>
        </p:nvSpPr>
        <p:spPr/>
        <p:txBody>
          <a:bodyPr/>
          <a:lstStyle/>
          <a:p>
            <a:pPr algn="just"/>
            <a:r>
              <a:rPr lang="en-US" sz="1800" dirty="0">
                <a:solidFill>
                  <a:srgbClr val="000000"/>
                </a:solidFill>
                <a:effectLst/>
                <a:latin typeface="Times New Roman" panose="02020603050405020304" pitchFamily="18" charset="0"/>
                <a:ea typeface="Calibri" panose="020F0502020204030204" pitchFamily="34" charset="0"/>
              </a:rPr>
              <a:t>A system created to decode a message that may have faults is called a decoder for an error detection and correction code utilizing the improved redundant matrix coding method.</a:t>
            </a:r>
          </a:p>
          <a:p>
            <a:pPr algn="just"/>
            <a:r>
              <a:rPr lang="en-US" sz="1800" dirty="0">
                <a:solidFill>
                  <a:srgbClr val="000000"/>
                </a:solidFill>
                <a:effectLst/>
                <a:latin typeface="Times New Roman" panose="02020603050405020304" pitchFamily="18" charset="0"/>
                <a:ea typeface="Calibri" panose="020F0502020204030204" pitchFamily="34" charset="0"/>
              </a:rPr>
              <a:t>To identify and fix mistakes in the received message, the decoder makes use of the parity check matrix created during the encoding procedure.</a:t>
            </a:r>
          </a:p>
          <a:p>
            <a:pPr algn="just"/>
            <a:r>
              <a:rPr lang="en-US"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Using the parity check matrix created during the encoding phase, the received message is subjected to a parity check as the first step in the decoding procedure.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By comparing the received message to the encoded message, it is used to verify the message's integrity. If errors are found, they can be located and identified using the parity check matrix.</a:t>
            </a:r>
          </a:p>
          <a:p>
            <a:pPr algn="just"/>
            <a:r>
              <a:rPr lang="en-US"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The decoder can fix a single-bit error by flipping the bit to the opposite value if one is found. The decoder might need to ask for the message to be sent again if there are several errors, or it could need to employ more sophisticated error-correction methods.</a:t>
            </a:r>
          </a:p>
          <a:p>
            <a:pPr algn="just"/>
            <a:r>
              <a:rPr lang="en-US" sz="1800" kern="100" dirty="0">
                <a:solidFill>
                  <a:srgbClr val="212529"/>
                </a:solidFill>
                <a:effectLst/>
                <a:latin typeface="Times New Roman" panose="02020603050405020304" pitchFamily="18" charset="0"/>
                <a:ea typeface="Calibri" panose="020F0502020204030204" pitchFamily="34" charset="0"/>
                <a:cs typeface="Times New Roman" panose="02020603050405020304" pitchFamily="18" charset="0"/>
              </a:rPr>
              <a:t>It offers a quick and easy way to identify and fix message mistakes, guaranteeing precise and dependable data transmission and storage.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dirty="0"/>
          </a:p>
        </p:txBody>
      </p:sp>
    </p:spTree>
    <p:extLst>
      <p:ext uri="{BB962C8B-B14F-4D97-AF65-F5344CB8AC3E}">
        <p14:creationId xmlns:p14="http://schemas.microsoft.com/office/powerpoint/2010/main" val="1904200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5FA55-162E-15EC-9863-B8FEBF3A91B3}"/>
              </a:ext>
            </a:extLst>
          </p:cNvPr>
          <p:cNvSpPr>
            <a:spLocks noGrp="1"/>
          </p:cNvSpPr>
          <p:nvPr>
            <p:ph type="title"/>
          </p:nvPr>
        </p:nvSpPr>
        <p:spPr/>
        <p:txBody>
          <a:bodyPr/>
          <a:lstStyle/>
          <a:p>
            <a:r>
              <a:rPr lang="en-GB" sz="2400" b="1" kern="100" dirty="0">
                <a:effectLst/>
                <a:latin typeface="Times New Roman" panose="02020603050405020304" pitchFamily="18" charset="0"/>
                <a:ea typeface="Calibri" panose="020F0502020204030204" pitchFamily="34" charset="0"/>
                <a:cs typeface="Times New Roman" panose="02020603050405020304" pitchFamily="18" charset="0"/>
              </a:rPr>
              <a:t>Fault Detector</a:t>
            </a:r>
            <a:br>
              <a:rPr lang="en-US" sz="2400" kern="1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E5493D3-2958-52EC-42AF-F5BA98643CA7}"/>
              </a:ext>
            </a:extLst>
          </p:cNvPr>
          <p:cNvSpPr>
            <a:spLocks noGrp="1"/>
          </p:cNvSpPr>
          <p:nvPr>
            <p:ph idx="1"/>
          </p:nvPr>
        </p:nvSpPr>
        <p:spPr>
          <a:xfrm>
            <a:off x="838200" y="1027906"/>
            <a:ext cx="10381180" cy="1325563"/>
          </a:xfrm>
        </p:spPr>
        <p:txBody>
          <a:bodyPr/>
          <a:lstStyle/>
          <a:p>
            <a:pPr algn="just"/>
            <a:r>
              <a:rPr lang="en-US" sz="1800" dirty="0">
                <a:solidFill>
                  <a:srgbClr val="212529"/>
                </a:solidFill>
                <a:effectLst/>
                <a:latin typeface="Times New Roman" panose="02020603050405020304" pitchFamily="18" charset="0"/>
                <a:ea typeface="Calibri" panose="020F0502020204030204" pitchFamily="34" charset="0"/>
              </a:rPr>
              <a:t>In order to find and fix faults that might have happened during data transmission, the fault detector in the decoder of an error detection and correction code is essential. </a:t>
            </a:r>
          </a:p>
          <a:p>
            <a:pPr algn="just"/>
            <a:r>
              <a:rPr lang="en-US" sz="1800" kern="100" dirty="0">
                <a:solidFill>
                  <a:srgbClr val="212529"/>
                </a:solidFill>
                <a:effectLst/>
                <a:latin typeface="Times New Roman" panose="02020603050405020304" pitchFamily="18" charset="0"/>
                <a:ea typeface="Calibri" panose="020F0502020204030204" pitchFamily="34" charset="0"/>
                <a:cs typeface="Times New Roman" panose="02020603050405020304" pitchFamily="18" charset="0"/>
              </a:rPr>
              <a:t>The decoder's fault detector then makes advantage of these extra redundant bits to identify any potentially corrupted bits and performs the proper correction methods to restore the original data.</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1800" dirty="0">
              <a:solidFill>
                <a:srgbClr val="212529"/>
              </a:solidFill>
              <a:effectLst/>
              <a:latin typeface="Times New Roman" panose="02020603050405020304" pitchFamily="18" charset="0"/>
              <a:ea typeface="Calibri" panose="020F0502020204030204" pitchFamily="34" charset="0"/>
            </a:endParaRPr>
          </a:p>
        </p:txBody>
      </p:sp>
      <p:sp>
        <p:nvSpPr>
          <p:cNvPr id="5" name="TextBox 4">
            <a:extLst>
              <a:ext uri="{FF2B5EF4-FFF2-40B4-BE49-F238E27FC236}">
                <a16:creationId xmlns:a16="http://schemas.microsoft.com/office/drawing/2014/main" id="{FCCDC4B0-FBB9-28E0-A5E3-B7CC3F54DDCB}"/>
              </a:ext>
            </a:extLst>
          </p:cNvPr>
          <p:cNvSpPr txBox="1"/>
          <p:nvPr/>
        </p:nvSpPr>
        <p:spPr>
          <a:xfrm>
            <a:off x="838200" y="2507164"/>
            <a:ext cx="6097712" cy="461665"/>
          </a:xfrm>
          <a:prstGeom prst="rect">
            <a:avLst/>
          </a:prstGeom>
          <a:noFill/>
        </p:spPr>
        <p:txBody>
          <a:bodyPr wrap="square">
            <a:spAutoFit/>
          </a:bodyPr>
          <a:lstStyle/>
          <a:p>
            <a:r>
              <a:rPr lang="en-US" sz="2400" b="1" kern="100" dirty="0">
                <a:effectLst/>
                <a:latin typeface="Times New Roman" panose="02020603050405020304" pitchFamily="18" charset="0"/>
                <a:ea typeface="Calibri" panose="020F0502020204030204" pitchFamily="34" charset="0"/>
                <a:cs typeface="Times New Roman" panose="02020603050405020304" pitchFamily="18" charset="0"/>
              </a:rPr>
              <a:t>Syndrome</a:t>
            </a:r>
            <a:endParaRPr lang="en-IN" sz="2400" dirty="0"/>
          </a:p>
        </p:txBody>
      </p:sp>
      <p:sp>
        <p:nvSpPr>
          <p:cNvPr id="6" name="Content Placeholder 2">
            <a:extLst>
              <a:ext uri="{FF2B5EF4-FFF2-40B4-BE49-F238E27FC236}">
                <a16:creationId xmlns:a16="http://schemas.microsoft.com/office/drawing/2014/main" id="{274C3B38-5977-D9EC-2877-5F7395998515}"/>
              </a:ext>
            </a:extLst>
          </p:cNvPr>
          <p:cNvSpPr txBox="1">
            <a:spLocks/>
          </p:cNvSpPr>
          <p:nvPr/>
        </p:nvSpPr>
        <p:spPr>
          <a:xfrm>
            <a:off x="844193" y="3122524"/>
            <a:ext cx="10515600" cy="25203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800" dirty="0">
                <a:solidFill>
                  <a:srgbClr val="212529"/>
                </a:solidFill>
                <a:latin typeface="Times New Roman" panose="02020603050405020304" pitchFamily="18" charset="0"/>
                <a:ea typeface="Calibri" panose="020F0502020204030204" pitchFamily="34" charset="0"/>
              </a:rPr>
              <a:t>The syndrome is a set of values that the decoder determines based on the received data and the redundant bits that were introduced during encoding in an Error Detection and Correction code that use the Improved Redundant Matrix Code Algorithm.</a:t>
            </a:r>
          </a:p>
          <a:p>
            <a:pPr algn="just"/>
            <a:r>
              <a:rPr lang="en-US" sz="1800" kern="100" dirty="0">
                <a:solidFill>
                  <a:srgbClr val="212529"/>
                </a:solidFill>
                <a:latin typeface="Times New Roman" panose="02020603050405020304" pitchFamily="18" charset="0"/>
                <a:ea typeface="Calibri" panose="020F0502020204030204" pitchFamily="34" charset="0"/>
                <a:cs typeface="Times New Roman" panose="02020603050405020304" pitchFamily="18" charset="0"/>
              </a:rPr>
              <a:t>The syndrome is then applied to ascertain whether and, if so, where errors have occurred during transmission. </a:t>
            </a:r>
            <a:r>
              <a:rPr lang="en-US" sz="1800" dirty="0">
                <a:solidFill>
                  <a:srgbClr val="212529"/>
                </a:solidFill>
                <a:latin typeface="Times New Roman" panose="02020603050405020304" pitchFamily="18" charset="0"/>
                <a:ea typeface="Calibri" panose="020F0502020204030204" pitchFamily="34" charset="0"/>
              </a:rPr>
              <a:t>The decoder applies a mathematical operation to the received data and redundant bits to determine the syndrome, usually by multiplying them by a predetermined matrix. </a:t>
            </a:r>
          </a:p>
          <a:p>
            <a:pPr algn="just"/>
            <a:r>
              <a:rPr lang="en-US" sz="1800" dirty="0">
                <a:solidFill>
                  <a:srgbClr val="212529"/>
                </a:solidFill>
                <a:latin typeface="Times New Roman" panose="02020603050405020304" pitchFamily="18" charset="0"/>
                <a:ea typeface="Calibri" panose="020F0502020204030204" pitchFamily="34" charset="0"/>
              </a:rPr>
              <a:t>The decoder can employ a number of methods to fix errors if the symptoms suggest that they have happened. For instance, the decoder may flip a bit to fix an error if the syndrome indicates that a certain bit is incorrect.</a:t>
            </a:r>
          </a:p>
        </p:txBody>
      </p:sp>
    </p:spTree>
    <p:extLst>
      <p:ext uri="{BB962C8B-B14F-4D97-AF65-F5344CB8AC3E}">
        <p14:creationId xmlns:p14="http://schemas.microsoft.com/office/powerpoint/2010/main" val="1523396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81F1D-5FBF-F3E9-597B-0493D9CD7769}"/>
              </a:ext>
            </a:extLst>
          </p:cNvPr>
          <p:cNvSpPr>
            <a:spLocks noGrp="1"/>
          </p:cNvSpPr>
          <p:nvPr>
            <p:ph type="title"/>
          </p:nvPr>
        </p:nvSpPr>
        <p:spPr>
          <a:xfrm>
            <a:off x="838199" y="365125"/>
            <a:ext cx="10067926" cy="1325563"/>
          </a:xfrm>
        </p:spPr>
        <p:txBody>
          <a:bodyPr>
            <a:normAutofit/>
          </a:bodyPr>
          <a:lstStyle/>
          <a:p>
            <a:r>
              <a:rPr lang="en-US" sz="2400" b="1" dirty="0">
                <a:latin typeface="Times New Roman" panose="02020603050405020304" pitchFamily="18" charset="0"/>
                <a:cs typeface="Times New Roman" panose="02020603050405020304" pitchFamily="18" charset="0"/>
              </a:rPr>
              <a:t>Generations of Vertical Redundancy Bits and Horizontal Redundancy Bits  </a:t>
            </a:r>
          </a:p>
        </p:txBody>
      </p:sp>
      <p:sp>
        <p:nvSpPr>
          <p:cNvPr id="3" name="Content Placeholder 2">
            <a:extLst>
              <a:ext uri="{FF2B5EF4-FFF2-40B4-BE49-F238E27FC236}">
                <a16:creationId xmlns:a16="http://schemas.microsoft.com/office/drawing/2014/main" id="{A41B3034-4B38-4E12-1EB5-A94500F476AB}"/>
              </a:ext>
            </a:extLst>
          </p:cNvPr>
          <p:cNvSpPr>
            <a:spLocks noGrp="1"/>
          </p:cNvSpPr>
          <p:nvPr>
            <p:ph idx="1"/>
          </p:nvPr>
        </p:nvSpPr>
        <p:spPr>
          <a:xfrm>
            <a:off x="838200" y="1594624"/>
            <a:ext cx="10515600" cy="4582339"/>
          </a:xfrm>
        </p:spPr>
        <p:txBody>
          <a:bodyPr>
            <a:normAutofit fontScale="85000" lnSpcReduction="20000"/>
          </a:bodyPr>
          <a:lstStyle/>
          <a:p>
            <a:pPr algn="just">
              <a:buFont typeface="Wingdings" panose="05000000000000000000" pitchFamily="2" charset="2"/>
              <a:buChar char="v"/>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the IRMC encoder, the algorithm starts with a parity</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matrix. When choosing the parity matrix, it is anything but</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difficult</a:t>
            </a:r>
            <a:r>
              <a:rPr lang="en-US" sz="2400" spc="-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4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decide</a:t>
            </a:r>
            <a:r>
              <a:rPr lang="en-US" sz="24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rationale</a:t>
            </a:r>
            <a:r>
              <a:rPr lang="en-US" sz="2400"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conditions</a:t>
            </a:r>
            <a:r>
              <a:rPr lang="en-US" sz="24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figure</a:t>
            </a:r>
            <a:r>
              <a:rPr lang="en-US" sz="2400" spc="-50" dirty="0">
                <a:effectLst/>
                <a:latin typeface="Times New Roman" panose="02020603050405020304" pitchFamily="18" charset="0"/>
                <a:ea typeface="Times New Roman" panose="02020603050405020304" pitchFamily="18" charset="0"/>
                <a:cs typeface="Times New Roman" panose="02020603050405020304" pitchFamily="18" charset="0"/>
              </a:rPr>
              <a:t> out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each</a:t>
            </a:r>
            <a:r>
              <a:rPr lang="en-US" sz="24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parity</a:t>
            </a:r>
            <a:r>
              <a:rPr lang="en-US" sz="2400" spc="-2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syndrome</a:t>
            </a:r>
            <a:r>
              <a:rPr lang="en-US" sz="24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bit.</a:t>
            </a:r>
            <a:r>
              <a:rPr lang="en-US" sz="24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US" sz="24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instance,</a:t>
            </a:r>
            <a:r>
              <a:rPr lang="en-US" sz="24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symbol</a:t>
            </a:r>
            <a:r>
              <a:rPr lang="en-US" sz="24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0</a:t>
            </a:r>
            <a:r>
              <a:rPr lang="en-US" sz="2400" spc="-5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0</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400" spc="-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24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symbol 2 (B</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8</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9</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10</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11</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apply to AXL calculation to produce</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 excess bits [H</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H</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H</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H</a:t>
            </a:r>
            <a:r>
              <a:rPr lang="en-US" sz="2400" baseline="-25000" dirty="0">
                <a:effectLst/>
                <a:latin typeface="Times New Roman" panose="02020603050405020304" pitchFamily="18" charset="0"/>
                <a:ea typeface="Times New Roman" panose="02020603050405020304" pitchFamily="18" charset="0"/>
                <a:cs typeface="Times New Roman" panose="02020603050405020304" pitchFamily="18" charset="0"/>
              </a:rPr>
              <a:t>0</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 The horizontal redundancy is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computed.</a:t>
            </a:r>
          </a:p>
          <a:p>
            <a:pPr marL="0" indent="0" algn="just">
              <a:buNone/>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t>
            </a:r>
            <a:r>
              <a:rPr lang="en-US" sz="2400" baseline="-25000" dirty="0" err="1">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 B</a:t>
            </a:r>
            <a:r>
              <a:rPr lang="en-US" sz="2400" baseline="-25000" dirty="0">
                <a:latin typeface="Times New Roman" panose="02020603050405020304" pitchFamily="18" charset="0"/>
                <a:cs typeface="Times New Roman" panose="02020603050405020304" pitchFamily="18" charset="0"/>
              </a:rPr>
              <a:t>n</a:t>
            </a:r>
            <a:r>
              <a:rPr lang="en-US" sz="2400" dirty="0">
                <a:latin typeface="Times New Roman" panose="02020603050405020304" pitchFamily="18" charset="0"/>
                <a:cs typeface="Times New Roman" panose="02020603050405020304" pitchFamily="18" charset="0"/>
              </a:rPr>
              <a:t> ^ B</a:t>
            </a:r>
            <a:r>
              <a:rPr lang="en-US" sz="2400" baseline="-25000" dirty="0">
                <a:latin typeface="Times New Roman" panose="02020603050405020304" pitchFamily="18" charset="0"/>
                <a:cs typeface="Times New Roman" panose="02020603050405020304" pitchFamily="18" charset="0"/>
              </a:rPr>
              <a:t>n+16</a:t>
            </a:r>
            <a:r>
              <a:rPr lang="en-US" sz="2400" dirty="0">
                <a:latin typeface="Times New Roman" panose="02020603050405020304" pitchFamily="18" charset="0"/>
                <a:cs typeface="Times New Roman" panose="02020603050405020304" pitchFamily="18" charset="0"/>
              </a:rPr>
              <a:t> ; where n=number of bits </a:t>
            </a:r>
          </a:p>
          <a:p>
            <a:pPr algn="just">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11</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10</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9</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8</a:t>
            </a:r>
            <a:r>
              <a:rPr lang="en-US" sz="2400" dirty="0">
                <a:latin typeface="Times New Roman" panose="02020603050405020304" pitchFamily="18" charset="0"/>
                <a:cs typeface="Times New Roman" panose="02020603050405020304" pitchFamily="18" charset="0"/>
              </a:rPr>
              <a:t> ^ B</a:t>
            </a:r>
            <a:r>
              <a:rPr lang="en-US" sz="2400" baseline="-250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H</a:t>
            </a:r>
            <a:r>
              <a:rPr lang="en-US" sz="2400" baseline="-25000" dirty="0">
                <a:latin typeface="Times New Roman" panose="02020603050405020304" pitchFamily="18" charset="0"/>
                <a:cs typeface="Times New Roman" panose="02020603050405020304" pitchFamily="18" charset="0"/>
              </a:rPr>
              <a:t>3</a:t>
            </a:r>
            <a:r>
              <a:rPr lang="en-US" sz="2400" dirty="0">
                <a:latin typeface="Times New Roman" panose="02020603050405020304" pitchFamily="18" charset="0"/>
                <a:cs typeface="Times New Roman" panose="02020603050405020304" pitchFamily="18" charset="0"/>
              </a:rPr>
              <a:t>H</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H</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H</a:t>
            </a:r>
            <a:r>
              <a:rPr lang="en-US" sz="2400" baseline="-25000" dirty="0">
                <a:latin typeface="Times New Roman" panose="02020603050405020304" pitchFamily="18" charset="0"/>
                <a:cs typeface="Times New Roman" panose="02020603050405020304" pitchFamily="18" charset="0"/>
              </a:rPr>
              <a:t>0</a:t>
            </a:r>
            <a:endParaRPr lang="en-US" sz="2400" dirty="0">
              <a:latin typeface="Times New Roman" panose="02020603050405020304" pitchFamily="18" charset="0"/>
              <a:cs typeface="Times New Roman" panose="02020603050405020304" pitchFamily="18" charset="0"/>
            </a:endParaRPr>
          </a:p>
          <a:p>
            <a:pPr marL="0" indent="0" algn="just">
              <a:buNone/>
            </a:pPr>
            <a:r>
              <a:rPr lang="en-US" sz="2400" dirty="0">
                <a:latin typeface="Times New Roman" panose="02020603050405020304" pitchFamily="18" charset="0"/>
                <a:cs typeface="Times New Roman" panose="02020603050405020304" pitchFamily="18" charset="0"/>
              </a:rPr>
              <a:t>      B</a:t>
            </a:r>
            <a:r>
              <a:rPr lang="en-US" sz="2400" baseline="-25000" dirty="0">
                <a:latin typeface="Times New Roman" panose="02020603050405020304" pitchFamily="18" charset="0"/>
                <a:cs typeface="Times New Roman" panose="02020603050405020304" pitchFamily="18" charset="0"/>
              </a:rPr>
              <a:t>15</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14</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13</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12</a:t>
            </a:r>
            <a:r>
              <a:rPr lang="en-US" sz="2400" dirty="0">
                <a:latin typeface="Times New Roman" panose="02020603050405020304" pitchFamily="18" charset="0"/>
                <a:cs typeface="Times New Roman" panose="02020603050405020304" pitchFamily="18" charset="0"/>
              </a:rPr>
              <a:t> ^ B</a:t>
            </a:r>
            <a:r>
              <a:rPr lang="en-US" sz="2400" baseline="-25000" dirty="0">
                <a:latin typeface="Times New Roman" panose="02020603050405020304" pitchFamily="18" charset="0"/>
                <a:cs typeface="Times New Roman" panose="02020603050405020304" pitchFamily="18" charset="0"/>
              </a:rPr>
              <a:t>7</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6</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5</a:t>
            </a:r>
            <a:r>
              <a:rPr lang="en-US" sz="2400" dirty="0">
                <a:latin typeface="Times New Roman" panose="02020603050405020304" pitchFamily="18" charset="0"/>
                <a:cs typeface="Times New Roman" panose="02020603050405020304" pitchFamily="18" charset="0"/>
              </a:rPr>
              <a:t>B</a:t>
            </a:r>
            <a:r>
              <a:rPr lang="en-US" sz="2400" baseline="-25000" dirty="0">
                <a:latin typeface="Times New Roman" panose="02020603050405020304" pitchFamily="18" charset="0"/>
                <a:cs typeface="Times New Roman" panose="02020603050405020304" pitchFamily="18" charset="0"/>
              </a:rPr>
              <a:t>4</a:t>
            </a:r>
            <a:r>
              <a:rPr lang="en-US" sz="2400" dirty="0">
                <a:latin typeface="Times New Roman" panose="02020603050405020304" pitchFamily="18" charset="0"/>
                <a:cs typeface="Times New Roman" panose="02020603050405020304" pitchFamily="18" charset="0"/>
              </a:rPr>
              <a:t> = H</a:t>
            </a:r>
            <a:r>
              <a:rPr lang="en-US" sz="2400" baseline="-25000" dirty="0">
                <a:latin typeface="Times New Roman" panose="02020603050405020304" pitchFamily="18" charset="0"/>
                <a:cs typeface="Times New Roman" panose="02020603050405020304" pitchFamily="18" charset="0"/>
              </a:rPr>
              <a:t>7</a:t>
            </a:r>
            <a:r>
              <a:rPr lang="en-US" sz="2400" dirty="0">
                <a:latin typeface="Times New Roman" panose="02020603050405020304" pitchFamily="18" charset="0"/>
                <a:cs typeface="Times New Roman" panose="02020603050405020304" pitchFamily="18" charset="0"/>
              </a:rPr>
              <a:t>H</a:t>
            </a:r>
            <a:r>
              <a:rPr lang="en-US" sz="2400" baseline="-25000" dirty="0">
                <a:latin typeface="Times New Roman" panose="02020603050405020304" pitchFamily="18" charset="0"/>
                <a:cs typeface="Times New Roman" panose="02020603050405020304" pitchFamily="18" charset="0"/>
              </a:rPr>
              <a:t>6</a:t>
            </a:r>
            <a:r>
              <a:rPr lang="en-US" sz="2400" dirty="0">
                <a:latin typeface="Times New Roman" panose="02020603050405020304" pitchFamily="18" charset="0"/>
                <a:cs typeface="Times New Roman" panose="02020603050405020304" pitchFamily="18" charset="0"/>
              </a:rPr>
              <a:t>H</a:t>
            </a:r>
            <a:r>
              <a:rPr lang="en-US" sz="2400" baseline="-25000" dirty="0">
                <a:latin typeface="Times New Roman" panose="02020603050405020304" pitchFamily="18" charset="0"/>
                <a:cs typeface="Times New Roman" panose="02020603050405020304" pitchFamily="18" charset="0"/>
              </a:rPr>
              <a:t>5</a:t>
            </a:r>
            <a:r>
              <a:rPr lang="en-US" sz="2400" dirty="0">
                <a:latin typeface="Times New Roman" panose="02020603050405020304" pitchFamily="18" charset="0"/>
                <a:cs typeface="Times New Roman" panose="02020603050405020304" pitchFamily="18" charset="0"/>
              </a:rPr>
              <a:t>H</a:t>
            </a:r>
            <a:r>
              <a:rPr lang="en-US" sz="2400" baseline="-25000" dirty="0">
                <a:latin typeface="Times New Roman" panose="02020603050405020304" pitchFamily="18" charset="0"/>
                <a:cs typeface="Times New Roman" panose="02020603050405020304" pitchFamily="18" charset="0"/>
              </a:rPr>
              <a:t>4</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8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Memory decoding is fundamental for recovering the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first word. The IRMC decodes the word in each row with all</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symbols. It recalculates the flat and vertical excess bits for</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Error detection. This IRMC technique in the setup word has a</a:t>
            </a:r>
            <a:r>
              <a:rPr lang="en-US" sz="2400" spc="-23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maximum error detection capability</a:t>
            </a:r>
            <a:endParaRPr lang="en-US" sz="2400" dirty="0"/>
          </a:p>
        </p:txBody>
      </p:sp>
      <p:sp>
        <p:nvSpPr>
          <p:cNvPr id="6" name="Right Brace 5">
            <a:extLst>
              <a:ext uri="{FF2B5EF4-FFF2-40B4-BE49-F238E27FC236}">
                <a16:creationId xmlns:a16="http://schemas.microsoft.com/office/drawing/2014/main" id="{B457A5AE-2456-0D1E-07E4-74ABEC99079D}"/>
              </a:ext>
            </a:extLst>
          </p:cNvPr>
          <p:cNvSpPr/>
          <p:nvPr/>
        </p:nvSpPr>
        <p:spPr>
          <a:xfrm>
            <a:off x="5352919" y="3621358"/>
            <a:ext cx="467683" cy="107609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20F3CE16-85E7-3F18-3006-30B61A45910A}"/>
              </a:ext>
            </a:extLst>
          </p:cNvPr>
          <p:cNvSpPr/>
          <p:nvPr/>
        </p:nvSpPr>
        <p:spPr>
          <a:xfrm>
            <a:off x="5872642" y="3755172"/>
            <a:ext cx="2051823" cy="81403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Horizontal Bits generation</a:t>
            </a:r>
          </a:p>
        </p:txBody>
      </p:sp>
      <p:sp>
        <p:nvSpPr>
          <p:cNvPr id="8" name="Arrow: Right 7">
            <a:extLst>
              <a:ext uri="{FF2B5EF4-FFF2-40B4-BE49-F238E27FC236}">
                <a16:creationId xmlns:a16="http://schemas.microsoft.com/office/drawing/2014/main" id="{60C5BEDF-7375-E564-5E88-87B8E4A442A5}"/>
              </a:ext>
            </a:extLst>
          </p:cNvPr>
          <p:cNvSpPr/>
          <p:nvPr/>
        </p:nvSpPr>
        <p:spPr>
          <a:xfrm>
            <a:off x="6096000" y="2877014"/>
            <a:ext cx="758282" cy="2787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Rounded Corners 8">
            <a:extLst>
              <a:ext uri="{FF2B5EF4-FFF2-40B4-BE49-F238E27FC236}">
                <a16:creationId xmlns:a16="http://schemas.microsoft.com/office/drawing/2014/main" id="{21F2CD8D-B67A-5520-E670-AD41D5C08399}"/>
              </a:ext>
            </a:extLst>
          </p:cNvPr>
          <p:cNvSpPr/>
          <p:nvPr/>
        </p:nvSpPr>
        <p:spPr>
          <a:xfrm>
            <a:off x="6608957" y="2745987"/>
            <a:ext cx="3315628" cy="540833"/>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dirty="0">
                <a:solidFill>
                  <a:schemeClr val="tx1"/>
                </a:solidFill>
                <a:latin typeface="Times New Roman" panose="02020603050405020304" pitchFamily="18" charset="0"/>
                <a:cs typeface="Times New Roman" panose="02020603050405020304" pitchFamily="18" charset="0"/>
              </a:rPr>
              <a:t>Vertical Bits generation</a:t>
            </a:r>
          </a:p>
        </p:txBody>
      </p:sp>
    </p:spTree>
    <p:extLst>
      <p:ext uri="{BB962C8B-B14F-4D97-AF65-F5344CB8AC3E}">
        <p14:creationId xmlns:p14="http://schemas.microsoft.com/office/powerpoint/2010/main" val="3314029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A3BCDEF-7B02-EEE3-823A-CD6F9F4A692A}"/>
              </a:ext>
            </a:extLst>
          </p:cNvPr>
          <p:cNvSpPr txBox="1"/>
          <p:nvPr/>
        </p:nvSpPr>
        <p:spPr>
          <a:xfrm>
            <a:off x="1271239" y="591015"/>
            <a:ext cx="9255512" cy="73866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Cont’d...</a:t>
            </a:r>
          </a:p>
          <a:p>
            <a:r>
              <a:rPr lang="en-US" b="1" dirty="0">
                <a:latin typeface="Times New Roman" panose="02020603050405020304" pitchFamily="18" charset="0"/>
                <a:cs typeface="Times New Roman" panose="02020603050405020304" pitchFamily="18" charset="0"/>
              </a:rPr>
              <a:t>Input Parameters &amp; Flow of process to identify and rectify error bits</a:t>
            </a: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464F76D-6C73-D57F-8832-1AEB5B279DFF}"/>
              </a:ext>
            </a:extLst>
          </p:cNvPr>
          <p:cNvSpPr txBox="1"/>
          <p:nvPr/>
        </p:nvSpPr>
        <p:spPr>
          <a:xfrm>
            <a:off x="959005" y="1052680"/>
            <a:ext cx="9879979" cy="5775492"/>
          </a:xfrm>
          <a:prstGeom prst="rect">
            <a:avLst/>
          </a:prstGeom>
          <a:noFill/>
        </p:spPr>
        <p:txBody>
          <a:bodyPr wrap="square" rtlCol="0">
            <a:spAutoFit/>
          </a:bodyPr>
          <a:lstStyle/>
          <a:p>
            <a:pPr marL="521970" marR="626110" indent="128270" algn="l">
              <a:lnSpc>
                <a:spcPct val="172000"/>
              </a:lnSpc>
              <a:spcBef>
                <a:spcPts val="430"/>
              </a:spcBef>
              <a:spcAft>
                <a:spcPts val="0"/>
              </a:spcAft>
            </a:pPr>
            <a:r>
              <a:rPr lang="en-US" sz="2000" b="0" kern="0" dirty="0">
                <a:effectLst/>
                <a:latin typeface="Times New Roman" panose="02020603050405020304" pitchFamily="18" charset="0"/>
                <a:ea typeface="Times New Roman" panose="02020603050405020304" pitchFamily="18" charset="0"/>
              </a:rPr>
              <a:t>Consider,</a:t>
            </a:r>
            <a:endParaRPr lang="en-IN" sz="2000" b="1" kern="0" dirty="0">
              <a:effectLst/>
              <a:latin typeface="Times New Roman" panose="02020603050405020304" pitchFamily="18" charset="0"/>
              <a:ea typeface="Times New Roman" panose="02020603050405020304" pitchFamily="18" charset="0"/>
            </a:endParaRPr>
          </a:p>
          <a:p>
            <a:pPr marL="521970" marR="626110" algn="l">
              <a:lnSpc>
                <a:spcPct val="172000"/>
              </a:lnSpc>
              <a:spcBef>
                <a:spcPts val="430"/>
              </a:spcBef>
              <a:spcAft>
                <a:spcPts val="0"/>
              </a:spcAft>
            </a:pPr>
            <a:r>
              <a:rPr lang="en-US" sz="2000" b="0" kern="0" dirty="0">
                <a:effectLst/>
                <a:latin typeface="Times New Roman" panose="02020603050405020304" pitchFamily="18" charset="0"/>
                <a:ea typeface="Times New Roman" panose="02020603050405020304" pitchFamily="18" charset="0"/>
              </a:rPr>
              <a:t>B = 1111 0101  1010  1111  1111  0110  1010  1100 (31</a:t>
            </a:r>
            <a:r>
              <a:rPr lang="en-US" sz="2000" b="0" kern="0" baseline="30000" dirty="0">
                <a:effectLst/>
                <a:latin typeface="Times New Roman" panose="02020603050405020304" pitchFamily="18" charset="0"/>
                <a:ea typeface="Times New Roman" panose="02020603050405020304" pitchFamily="18" charset="0"/>
              </a:rPr>
              <a:t>st</a:t>
            </a:r>
            <a:r>
              <a:rPr lang="en-US" sz="2000" b="0" kern="0" dirty="0">
                <a:effectLst/>
                <a:latin typeface="Times New Roman" panose="02020603050405020304" pitchFamily="18" charset="0"/>
                <a:ea typeface="Times New Roman" panose="02020603050405020304" pitchFamily="18" charset="0"/>
              </a:rPr>
              <a:t> bit to 0</a:t>
            </a:r>
            <a:r>
              <a:rPr lang="en-US" sz="2000" b="0" kern="0" baseline="30000" dirty="0">
                <a:effectLst/>
                <a:latin typeface="Times New Roman" panose="02020603050405020304" pitchFamily="18" charset="0"/>
                <a:ea typeface="Times New Roman" panose="02020603050405020304" pitchFamily="18" charset="0"/>
              </a:rPr>
              <a:t>th</a:t>
            </a:r>
            <a:r>
              <a:rPr lang="en-US" sz="2000" b="0" kern="0" dirty="0">
                <a:effectLst/>
                <a:latin typeface="Times New Roman" panose="02020603050405020304" pitchFamily="18" charset="0"/>
                <a:ea typeface="Times New Roman" panose="02020603050405020304" pitchFamily="18" charset="0"/>
              </a:rPr>
              <a:t> bit)</a:t>
            </a:r>
            <a:endParaRPr lang="en-IN" sz="2000" b="1" kern="0" dirty="0">
              <a:effectLst/>
              <a:latin typeface="Times New Roman" panose="02020603050405020304" pitchFamily="18" charset="0"/>
              <a:ea typeface="Times New Roman" panose="02020603050405020304" pitchFamily="18" charset="0"/>
            </a:endParaRPr>
          </a:p>
          <a:p>
            <a:pPr marL="521970" marR="626110" algn="l">
              <a:lnSpc>
                <a:spcPct val="172000"/>
              </a:lnSpc>
              <a:spcBef>
                <a:spcPts val="430"/>
              </a:spcBef>
              <a:spcAft>
                <a:spcPts val="0"/>
              </a:spcAft>
            </a:pPr>
            <a:r>
              <a:rPr lang="en-US" sz="2000" b="0" kern="0" dirty="0">
                <a:effectLst/>
                <a:latin typeface="Times New Roman" panose="02020603050405020304" pitchFamily="18" charset="0"/>
                <a:ea typeface="Times New Roman" panose="02020603050405020304" pitchFamily="18" charset="0"/>
              </a:rPr>
              <a:t>Find horizontal &amp; vertical parameters for input B</a:t>
            </a:r>
            <a:endParaRPr lang="en-IN" sz="2000" b="1" kern="0" dirty="0">
              <a:effectLst/>
              <a:latin typeface="Times New Roman" panose="02020603050405020304" pitchFamily="18" charset="0"/>
              <a:ea typeface="Times New Roman" panose="02020603050405020304" pitchFamily="18" charset="0"/>
            </a:endParaRPr>
          </a:p>
          <a:p>
            <a:pPr marL="650240" marR="2429510" algn="l">
              <a:lnSpc>
                <a:spcPct val="172000"/>
              </a:lnSpc>
              <a:spcBef>
                <a:spcPts val="430"/>
              </a:spcBef>
            </a:pPr>
            <a:r>
              <a:rPr lang="en-US" sz="2000" b="0" kern="0" dirty="0">
                <a:effectLst/>
                <a:latin typeface="Times New Roman" panose="02020603050405020304" pitchFamily="18" charset="0"/>
                <a:ea typeface="Times New Roman" panose="02020603050405020304" pitchFamily="18" charset="0"/>
              </a:rPr>
              <a:t>H = 0101 1010 0101 1010</a:t>
            </a:r>
            <a:endParaRPr lang="en-IN" sz="2000" b="1" kern="0" dirty="0">
              <a:effectLst/>
              <a:latin typeface="Times New Roman" panose="02020603050405020304" pitchFamily="18" charset="0"/>
              <a:ea typeface="Times New Roman" panose="02020603050405020304" pitchFamily="18" charset="0"/>
            </a:endParaRPr>
          </a:p>
          <a:p>
            <a:pPr marL="650240" marR="2429510" algn="l">
              <a:lnSpc>
                <a:spcPct val="172000"/>
              </a:lnSpc>
              <a:spcBef>
                <a:spcPts val="430"/>
              </a:spcBef>
            </a:pPr>
            <a:r>
              <a:rPr lang="en-IN" sz="2000" b="0" kern="0" dirty="0">
                <a:effectLst/>
                <a:latin typeface="Times New Roman" panose="02020603050405020304" pitchFamily="18" charset="0"/>
                <a:ea typeface="Times New Roman" panose="02020603050405020304" pitchFamily="18" charset="0"/>
              </a:rPr>
              <a:t>V = 0000 0011 0000 0011</a:t>
            </a:r>
            <a:endParaRPr lang="en-IN" sz="2000" b="1" kern="0" dirty="0">
              <a:effectLst/>
              <a:latin typeface="Times New Roman" panose="02020603050405020304" pitchFamily="18" charset="0"/>
              <a:ea typeface="Times New Roman" panose="02020603050405020304" pitchFamily="18" charset="0"/>
            </a:endParaRPr>
          </a:p>
          <a:p>
            <a:pPr marL="521970" marR="626110" algn="l">
              <a:lnSpc>
                <a:spcPct val="172000"/>
              </a:lnSpc>
              <a:spcBef>
                <a:spcPts val="430"/>
              </a:spcBef>
              <a:spcAft>
                <a:spcPts val="0"/>
              </a:spcAft>
            </a:pPr>
            <a:r>
              <a:rPr lang="en-IN" sz="2000" b="0" kern="0" dirty="0">
                <a:effectLst/>
                <a:latin typeface="Times New Roman" panose="02020603050405020304" pitchFamily="18" charset="0"/>
                <a:ea typeface="Times New Roman" panose="02020603050405020304" pitchFamily="18" charset="0"/>
              </a:rPr>
              <a:t>Consider, Erroneous input,</a:t>
            </a:r>
            <a:endParaRPr lang="en-IN" sz="2000" b="1" kern="0" dirty="0">
              <a:effectLst/>
              <a:latin typeface="Times New Roman" panose="02020603050405020304" pitchFamily="18" charset="0"/>
              <a:ea typeface="Times New Roman" panose="02020603050405020304" pitchFamily="18" charset="0"/>
            </a:endParaRPr>
          </a:p>
          <a:p>
            <a:pPr marL="650240" marR="2429510" algn="l">
              <a:lnSpc>
                <a:spcPct val="172000"/>
              </a:lnSpc>
              <a:spcBef>
                <a:spcPts val="430"/>
              </a:spcBef>
            </a:pPr>
            <a:r>
              <a:rPr lang="en-IN" sz="2000" b="0" kern="0" dirty="0">
                <a:effectLst/>
                <a:latin typeface="Times New Roman" panose="02020603050405020304" pitchFamily="18" charset="0"/>
                <a:ea typeface="Times New Roman" panose="02020603050405020304" pitchFamily="18" charset="0"/>
              </a:rPr>
              <a:t>B</a:t>
            </a:r>
            <a:r>
              <a:rPr lang="en-IN" sz="2000" b="0" kern="0" baseline="30000" dirty="0">
                <a:effectLst/>
                <a:latin typeface="Times New Roman" panose="02020603050405020304" pitchFamily="18" charset="0"/>
                <a:ea typeface="Times New Roman" panose="02020603050405020304" pitchFamily="18" charset="0"/>
              </a:rPr>
              <a:t>e</a:t>
            </a:r>
            <a:r>
              <a:rPr lang="en-IN" sz="2000" b="0" kern="0" dirty="0">
                <a:effectLst/>
                <a:latin typeface="Times New Roman" panose="02020603050405020304" pitchFamily="18" charset="0"/>
                <a:ea typeface="Times New Roman" panose="02020603050405020304" pitchFamily="18" charset="0"/>
              </a:rPr>
              <a:t> = 1111 1101 1010 1101 1101 0100 0111 1100</a:t>
            </a:r>
            <a:endParaRPr lang="en-IN" sz="2000" b="1" kern="0" dirty="0">
              <a:effectLst/>
              <a:latin typeface="Times New Roman" panose="02020603050405020304" pitchFamily="18" charset="0"/>
              <a:ea typeface="Times New Roman" panose="02020603050405020304" pitchFamily="18" charset="0"/>
            </a:endParaRPr>
          </a:p>
          <a:p>
            <a:pPr marL="521970" marR="626110" algn="l">
              <a:lnSpc>
                <a:spcPct val="172000"/>
              </a:lnSpc>
              <a:spcBef>
                <a:spcPts val="430"/>
              </a:spcBef>
              <a:spcAft>
                <a:spcPts val="0"/>
              </a:spcAft>
            </a:pPr>
            <a:r>
              <a:rPr lang="en-IN" sz="2000" b="0" kern="0" dirty="0">
                <a:effectLst/>
                <a:latin typeface="Times New Roman" panose="02020603050405020304" pitchFamily="18" charset="0"/>
                <a:ea typeface="Times New Roman" panose="02020603050405020304" pitchFamily="18" charset="0"/>
              </a:rPr>
              <a:t>Find horizontal &amp; vertical parameters for B</a:t>
            </a:r>
            <a:r>
              <a:rPr lang="en-IN" sz="2000" b="0" kern="0" baseline="30000" dirty="0">
                <a:effectLst/>
                <a:latin typeface="Times New Roman" panose="02020603050405020304" pitchFamily="18" charset="0"/>
                <a:ea typeface="Times New Roman" panose="02020603050405020304" pitchFamily="18" charset="0"/>
              </a:rPr>
              <a:t>e</a:t>
            </a:r>
            <a:endParaRPr lang="en-IN" sz="2000" b="1" kern="0" dirty="0">
              <a:effectLst/>
              <a:latin typeface="Times New Roman" panose="02020603050405020304" pitchFamily="18" charset="0"/>
              <a:ea typeface="Times New Roman" panose="02020603050405020304" pitchFamily="18" charset="0"/>
            </a:endParaRPr>
          </a:p>
          <a:p>
            <a:pPr marL="650240" marR="2429510" algn="l">
              <a:lnSpc>
                <a:spcPct val="172000"/>
              </a:lnSpc>
              <a:spcBef>
                <a:spcPts val="430"/>
              </a:spcBef>
            </a:pPr>
            <a:r>
              <a:rPr lang="en-US" sz="2000" b="0" kern="0" dirty="0">
                <a:effectLst/>
                <a:latin typeface="Times New Roman" panose="02020603050405020304" pitchFamily="18" charset="0"/>
                <a:ea typeface="Times New Roman" panose="02020603050405020304" pitchFamily="18" charset="0"/>
              </a:rPr>
              <a:t>H</a:t>
            </a:r>
            <a:r>
              <a:rPr lang="en-US" sz="2000" b="0" kern="0" baseline="30000" dirty="0">
                <a:effectLst/>
                <a:latin typeface="Times New Roman" panose="02020603050405020304" pitchFamily="18" charset="0"/>
                <a:ea typeface="Times New Roman" panose="02020603050405020304" pitchFamily="18" charset="0"/>
              </a:rPr>
              <a:t>e</a:t>
            </a:r>
            <a:r>
              <a:rPr lang="en-US" sz="2000" b="0" kern="0" dirty="0">
                <a:effectLst/>
                <a:latin typeface="Times New Roman" panose="02020603050405020304" pitchFamily="18" charset="0"/>
                <a:ea typeface="Times New Roman" panose="02020603050405020304" pitchFamily="18" charset="0"/>
              </a:rPr>
              <a:t> = 0101 0000 1010 1000</a:t>
            </a:r>
            <a:endParaRPr lang="en-IN" sz="2000" b="1" kern="0" dirty="0">
              <a:effectLst/>
              <a:latin typeface="Times New Roman" panose="02020603050405020304" pitchFamily="18" charset="0"/>
              <a:ea typeface="Times New Roman" panose="02020603050405020304" pitchFamily="18" charset="0"/>
            </a:endParaRPr>
          </a:p>
          <a:p>
            <a:pPr marL="650240" marR="2429510" algn="l">
              <a:lnSpc>
                <a:spcPct val="172000"/>
              </a:lnSpc>
              <a:spcBef>
                <a:spcPts val="430"/>
              </a:spcBef>
            </a:pPr>
            <a:r>
              <a:rPr lang="en-US" sz="2000" b="0" kern="0" dirty="0">
                <a:effectLst/>
                <a:latin typeface="Times New Roman" panose="02020603050405020304" pitchFamily="18" charset="0"/>
                <a:ea typeface="Times New Roman" panose="02020603050405020304" pitchFamily="18" charset="0"/>
              </a:rPr>
              <a:t>V</a:t>
            </a:r>
            <a:r>
              <a:rPr lang="en-US" sz="2000" b="0" kern="0" baseline="30000" dirty="0">
                <a:effectLst/>
                <a:latin typeface="Times New Roman" panose="02020603050405020304" pitchFamily="18" charset="0"/>
                <a:ea typeface="Times New Roman" panose="02020603050405020304" pitchFamily="18" charset="0"/>
              </a:rPr>
              <a:t>e</a:t>
            </a:r>
            <a:r>
              <a:rPr lang="en-US" sz="2000" b="0" kern="0" dirty="0">
                <a:effectLst/>
                <a:latin typeface="Times New Roman" panose="02020603050405020304" pitchFamily="18" charset="0"/>
                <a:ea typeface="Times New Roman" panose="02020603050405020304" pitchFamily="18" charset="0"/>
              </a:rPr>
              <a:t> = 0010 1001 1101 0001</a:t>
            </a:r>
            <a:endParaRPr lang="en-IN" sz="2000" b="1" kern="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15467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9F75C6-84ED-0F8A-3306-A3CA4B45E13E}"/>
              </a:ext>
            </a:extLst>
          </p:cNvPr>
          <p:cNvSpPr>
            <a:spLocks noGrp="1"/>
          </p:cNvSpPr>
          <p:nvPr>
            <p:ph idx="1"/>
          </p:nvPr>
        </p:nvSpPr>
        <p:spPr>
          <a:xfrm>
            <a:off x="838200" y="1378698"/>
            <a:ext cx="10515600" cy="5165939"/>
          </a:xfrm>
        </p:spPr>
        <p:txBody>
          <a:bodyPr>
            <a:normAutofit/>
          </a:bodyPr>
          <a:lstStyle/>
          <a:p>
            <a:pPr marL="521970" marR="626110" algn="l">
              <a:lnSpc>
                <a:spcPct val="172000"/>
              </a:lnSpc>
              <a:spcBef>
                <a:spcPts val="430"/>
              </a:spcBef>
              <a:spcAft>
                <a:spcPts val="0"/>
              </a:spcAft>
            </a:pPr>
            <a:r>
              <a:rPr lang="en-US" sz="2000" b="0" kern="0" dirty="0">
                <a:effectLst/>
                <a:latin typeface="Times New Roman" panose="02020603050405020304" pitchFamily="18" charset="0"/>
                <a:ea typeface="Times New Roman" panose="02020603050405020304" pitchFamily="18" charset="0"/>
              </a:rPr>
              <a:t>After obtaining H, H</a:t>
            </a:r>
            <a:r>
              <a:rPr lang="en-US" sz="2000" b="0" kern="0" baseline="30000" dirty="0">
                <a:effectLst/>
                <a:latin typeface="Times New Roman" panose="02020603050405020304" pitchFamily="18" charset="0"/>
                <a:ea typeface="Times New Roman" panose="02020603050405020304" pitchFamily="18" charset="0"/>
              </a:rPr>
              <a:t>e</a:t>
            </a:r>
            <a:r>
              <a:rPr lang="en-US" sz="2000" b="0" kern="0" dirty="0">
                <a:effectLst/>
                <a:latin typeface="Times New Roman" panose="02020603050405020304" pitchFamily="18" charset="0"/>
                <a:ea typeface="Times New Roman" panose="02020603050405020304" pitchFamily="18" charset="0"/>
              </a:rPr>
              <a:t>, V and V</a:t>
            </a:r>
            <a:r>
              <a:rPr lang="en-US" sz="2000" b="0" kern="0" baseline="30000" dirty="0">
                <a:effectLst/>
                <a:latin typeface="Times New Roman" panose="02020603050405020304" pitchFamily="18" charset="0"/>
                <a:ea typeface="Times New Roman" panose="02020603050405020304" pitchFamily="18" charset="0"/>
              </a:rPr>
              <a:t>e</a:t>
            </a:r>
            <a:endParaRPr lang="en-IN" sz="2000" b="1" kern="0" dirty="0">
              <a:effectLst/>
              <a:latin typeface="Times New Roman" panose="02020603050405020304" pitchFamily="18" charset="0"/>
              <a:ea typeface="Times New Roman" panose="02020603050405020304" pitchFamily="18" charset="0"/>
            </a:endParaRPr>
          </a:p>
          <a:p>
            <a:pPr marL="521970" marR="626110" algn="l">
              <a:lnSpc>
                <a:spcPct val="172000"/>
              </a:lnSpc>
              <a:spcBef>
                <a:spcPts val="430"/>
              </a:spcBef>
              <a:spcAft>
                <a:spcPts val="0"/>
              </a:spcAft>
            </a:pPr>
            <a:r>
              <a:rPr lang="en-US" sz="2000" b="0" kern="0" dirty="0">
                <a:effectLst/>
                <a:latin typeface="Times New Roman" panose="02020603050405020304" pitchFamily="18" charset="0"/>
                <a:ea typeface="Times New Roman" panose="02020603050405020304" pitchFamily="18" charset="0"/>
              </a:rPr>
              <a:t>Calculate H ^ H</a:t>
            </a:r>
            <a:r>
              <a:rPr lang="en-US" sz="2000" b="0" kern="0" baseline="30000" dirty="0">
                <a:effectLst/>
                <a:latin typeface="Times New Roman" panose="02020603050405020304" pitchFamily="18" charset="0"/>
                <a:ea typeface="Times New Roman" panose="02020603050405020304" pitchFamily="18" charset="0"/>
              </a:rPr>
              <a:t>e</a:t>
            </a:r>
            <a:endParaRPr lang="en-IN" sz="2000" b="1" kern="0" dirty="0">
              <a:effectLst/>
              <a:latin typeface="Times New Roman" panose="02020603050405020304" pitchFamily="18" charset="0"/>
              <a:ea typeface="Times New Roman" panose="02020603050405020304" pitchFamily="18" charset="0"/>
            </a:endParaRPr>
          </a:p>
          <a:p>
            <a:pPr marL="521970" marR="626110" algn="l">
              <a:lnSpc>
                <a:spcPct val="172000"/>
              </a:lnSpc>
              <a:spcBef>
                <a:spcPts val="430"/>
              </a:spcBef>
              <a:spcAft>
                <a:spcPts val="0"/>
              </a:spcAft>
            </a:pPr>
            <a:r>
              <a:rPr lang="en-US" sz="2000" b="0" kern="0" dirty="0">
                <a:effectLst/>
                <a:latin typeface="Times New Roman" panose="02020603050405020304" pitchFamily="18" charset="0"/>
                <a:ea typeface="Times New Roman" panose="02020603050405020304" pitchFamily="18" charset="0"/>
              </a:rPr>
              <a:t>If H ^ H</a:t>
            </a:r>
            <a:r>
              <a:rPr lang="en-US" sz="2000" b="0" kern="0" baseline="30000" dirty="0">
                <a:effectLst/>
                <a:latin typeface="Times New Roman" panose="02020603050405020304" pitchFamily="18" charset="0"/>
                <a:ea typeface="Times New Roman" panose="02020603050405020304" pitchFamily="18" charset="0"/>
              </a:rPr>
              <a:t>e</a:t>
            </a:r>
            <a:r>
              <a:rPr lang="en-US" sz="2000" b="0" kern="0" dirty="0">
                <a:effectLst/>
                <a:latin typeface="Times New Roman" panose="02020603050405020304" pitchFamily="18" charset="0"/>
                <a:ea typeface="Times New Roman" panose="02020603050405020304" pitchFamily="18" charset="0"/>
              </a:rPr>
              <a:t> ≠ 0 </a:t>
            </a:r>
            <a:r>
              <a:rPr lang="en-US" sz="2000" b="0" kern="0" dirty="0">
                <a:effectLst/>
                <a:latin typeface="Times New Roman" panose="02020603050405020304" pitchFamily="18" charset="0"/>
                <a:ea typeface="Times New Roman" panose="02020603050405020304" pitchFamily="18" charset="0"/>
                <a:sym typeface="Wingdings" panose="05000000000000000000" pitchFamily="2" charset="2"/>
              </a:rPr>
              <a:t></a:t>
            </a:r>
            <a:r>
              <a:rPr lang="en-US" sz="2000" b="0" kern="0" dirty="0">
                <a:effectLst/>
                <a:latin typeface="Times New Roman" panose="02020603050405020304" pitchFamily="18" charset="0"/>
                <a:ea typeface="Times New Roman" panose="02020603050405020304" pitchFamily="18" charset="0"/>
              </a:rPr>
              <a:t> error exist in B</a:t>
            </a:r>
            <a:r>
              <a:rPr lang="en-US" sz="2000" b="0" kern="0" baseline="30000" dirty="0">
                <a:effectLst/>
                <a:latin typeface="Times New Roman" panose="02020603050405020304" pitchFamily="18" charset="0"/>
                <a:ea typeface="Times New Roman" panose="02020603050405020304" pitchFamily="18" charset="0"/>
              </a:rPr>
              <a:t>e</a:t>
            </a:r>
            <a:endParaRPr lang="en-IN" sz="2000" b="1" kern="0" dirty="0">
              <a:effectLst/>
              <a:latin typeface="Times New Roman" panose="02020603050405020304" pitchFamily="18" charset="0"/>
              <a:ea typeface="Times New Roman" panose="02020603050405020304" pitchFamily="18" charset="0"/>
            </a:endParaRPr>
          </a:p>
          <a:p>
            <a:pPr marL="521970" marR="626110" algn="l">
              <a:lnSpc>
                <a:spcPct val="172000"/>
              </a:lnSpc>
              <a:spcBef>
                <a:spcPts val="430"/>
              </a:spcBef>
              <a:spcAft>
                <a:spcPts val="0"/>
              </a:spcAft>
            </a:pPr>
            <a:r>
              <a:rPr lang="en-US" sz="2000" b="0" kern="0" dirty="0">
                <a:effectLst/>
                <a:latin typeface="Times New Roman" panose="02020603050405020304" pitchFamily="18" charset="0"/>
                <a:ea typeface="Times New Roman" panose="02020603050405020304" pitchFamily="18" charset="0"/>
              </a:rPr>
              <a:t>Else H ^ H</a:t>
            </a:r>
            <a:r>
              <a:rPr lang="en-US" sz="2000" b="0" kern="0" baseline="30000" dirty="0">
                <a:effectLst/>
                <a:latin typeface="Times New Roman" panose="02020603050405020304" pitchFamily="18" charset="0"/>
                <a:ea typeface="Times New Roman" panose="02020603050405020304" pitchFamily="18" charset="0"/>
              </a:rPr>
              <a:t>e</a:t>
            </a:r>
            <a:r>
              <a:rPr lang="en-US" sz="2000" b="0" kern="0" dirty="0">
                <a:effectLst/>
                <a:latin typeface="Times New Roman" panose="02020603050405020304" pitchFamily="18" charset="0"/>
                <a:ea typeface="Times New Roman" panose="02020603050405020304" pitchFamily="18" charset="0"/>
              </a:rPr>
              <a:t> = 0 </a:t>
            </a:r>
            <a:r>
              <a:rPr lang="en-US" sz="2000" b="0" kern="0" dirty="0">
                <a:effectLst/>
                <a:latin typeface="Times New Roman" panose="02020603050405020304" pitchFamily="18" charset="0"/>
                <a:ea typeface="Times New Roman" panose="02020603050405020304" pitchFamily="18" charset="0"/>
                <a:sym typeface="Wingdings" panose="05000000000000000000" pitchFamily="2" charset="2"/>
              </a:rPr>
              <a:t></a:t>
            </a:r>
            <a:r>
              <a:rPr lang="en-US" sz="2000" b="0" kern="0" dirty="0">
                <a:effectLst/>
                <a:latin typeface="Times New Roman" panose="02020603050405020304" pitchFamily="18" charset="0"/>
                <a:ea typeface="Times New Roman" panose="02020603050405020304" pitchFamily="18" charset="0"/>
              </a:rPr>
              <a:t> no error</a:t>
            </a:r>
            <a:endParaRPr lang="en-IN" sz="2000" b="1" kern="0" dirty="0">
              <a:effectLst/>
              <a:latin typeface="Times New Roman" panose="02020603050405020304" pitchFamily="18" charset="0"/>
              <a:ea typeface="Times New Roman" panose="02020603050405020304" pitchFamily="18" charset="0"/>
            </a:endParaRPr>
          </a:p>
          <a:p>
            <a:pPr marL="521970" marR="626110" algn="l">
              <a:lnSpc>
                <a:spcPct val="172000"/>
              </a:lnSpc>
              <a:spcBef>
                <a:spcPts val="430"/>
              </a:spcBef>
              <a:spcAft>
                <a:spcPts val="0"/>
              </a:spcAft>
            </a:pPr>
            <a:r>
              <a:rPr lang="en-US" sz="2000" b="0" kern="0" dirty="0">
                <a:effectLst/>
                <a:latin typeface="Times New Roman" panose="02020603050405020304" pitchFamily="18" charset="0"/>
                <a:ea typeface="Times New Roman" panose="02020603050405020304" pitchFamily="18" charset="0"/>
              </a:rPr>
              <a:t>H ^ H</a:t>
            </a:r>
            <a:r>
              <a:rPr lang="en-US" sz="2000" b="0" kern="0" baseline="30000" dirty="0">
                <a:effectLst/>
                <a:latin typeface="Times New Roman" panose="02020603050405020304" pitchFamily="18" charset="0"/>
                <a:ea typeface="Times New Roman" panose="02020603050405020304" pitchFamily="18" charset="0"/>
              </a:rPr>
              <a:t>e</a:t>
            </a:r>
            <a:r>
              <a:rPr lang="en-US" sz="2000" b="0" kern="0" dirty="0">
                <a:effectLst/>
                <a:latin typeface="Times New Roman" panose="02020603050405020304" pitchFamily="18" charset="0"/>
                <a:ea typeface="Times New Roman" panose="02020603050405020304" pitchFamily="18" charset="0"/>
              </a:rPr>
              <a:t> = 0000 1010 1111 0010 (≠0)</a:t>
            </a:r>
            <a:endParaRPr lang="en-IN" sz="2000" b="1" kern="0" dirty="0">
              <a:effectLst/>
              <a:latin typeface="Times New Roman" panose="02020603050405020304" pitchFamily="18" charset="0"/>
              <a:ea typeface="Times New Roman" panose="02020603050405020304" pitchFamily="18" charset="0"/>
            </a:endParaRPr>
          </a:p>
          <a:p>
            <a:pPr marL="521970" marR="626110" algn="l">
              <a:lnSpc>
                <a:spcPct val="172000"/>
              </a:lnSpc>
              <a:spcBef>
                <a:spcPts val="430"/>
              </a:spcBef>
              <a:spcAft>
                <a:spcPts val="0"/>
              </a:spcAft>
            </a:pPr>
            <a:r>
              <a:rPr lang="en-US" sz="2000" b="0" kern="0" dirty="0">
                <a:effectLst/>
                <a:latin typeface="Times New Roman" panose="02020603050405020304" pitchFamily="18" charset="0"/>
                <a:ea typeface="Times New Roman" panose="02020603050405020304" pitchFamily="18" charset="0"/>
              </a:rPr>
              <a:t>Since, error exists, we need to calculate Syndrome (</a:t>
            </a:r>
            <a:r>
              <a:rPr lang="en-US" sz="2000" b="0" kern="0" dirty="0" err="1">
                <a:effectLst/>
                <a:latin typeface="Times New Roman" panose="02020603050405020304" pitchFamily="18" charset="0"/>
                <a:ea typeface="Times New Roman" panose="02020603050405020304" pitchFamily="18" charset="0"/>
              </a:rPr>
              <a:t>S</a:t>
            </a:r>
            <a:r>
              <a:rPr lang="en-US" sz="2000" b="0" kern="0" baseline="-25000" dirty="0" err="1">
                <a:effectLst/>
                <a:latin typeface="Times New Roman" panose="02020603050405020304" pitchFamily="18" charset="0"/>
                <a:ea typeface="Times New Roman" panose="02020603050405020304" pitchFamily="18" charset="0"/>
              </a:rPr>
              <a:t>p</a:t>
            </a:r>
            <a:r>
              <a:rPr lang="en-US" sz="2000" b="0" kern="0" dirty="0">
                <a:effectLst/>
                <a:latin typeface="Times New Roman" panose="02020603050405020304" pitchFamily="18" charset="0"/>
                <a:ea typeface="Times New Roman" panose="02020603050405020304" pitchFamily="18" charset="0"/>
              </a:rPr>
              <a:t>).</a:t>
            </a:r>
            <a:endParaRPr lang="en-IN" sz="2000" b="1" kern="0" dirty="0">
              <a:effectLst/>
              <a:latin typeface="Times New Roman" panose="02020603050405020304" pitchFamily="18" charset="0"/>
              <a:ea typeface="Times New Roman" panose="02020603050405020304" pitchFamily="18" charset="0"/>
            </a:endParaRPr>
          </a:p>
          <a:p>
            <a:pPr marL="521970" marR="626110" algn="l">
              <a:lnSpc>
                <a:spcPct val="172000"/>
              </a:lnSpc>
              <a:spcBef>
                <a:spcPts val="430"/>
              </a:spcBef>
              <a:spcAft>
                <a:spcPts val="0"/>
              </a:spcAft>
            </a:pPr>
            <a:r>
              <a:rPr lang="en-US" sz="2000" b="0" kern="0" dirty="0" err="1">
                <a:effectLst/>
                <a:latin typeface="Times New Roman" panose="02020603050405020304" pitchFamily="18" charset="0"/>
                <a:ea typeface="Times New Roman" panose="02020603050405020304" pitchFamily="18" charset="0"/>
              </a:rPr>
              <a:t>S</a:t>
            </a:r>
            <a:r>
              <a:rPr lang="en-US" sz="2000" b="0" kern="0" baseline="-25000" dirty="0" err="1">
                <a:effectLst/>
                <a:latin typeface="Times New Roman" panose="02020603050405020304" pitchFamily="18" charset="0"/>
                <a:ea typeface="Times New Roman" panose="02020603050405020304" pitchFamily="18" charset="0"/>
              </a:rPr>
              <a:t>p</a:t>
            </a:r>
            <a:r>
              <a:rPr lang="en-US" sz="2000" b="0" kern="0" dirty="0">
                <a:effectLst/>
                <a:latin typeface="Times New Roman" panose="02020603050405020304" pitchFamily="18" charset="0"/>
                <a:ea typeface="Times New Roman" panose="02020603050405020304" pitchFamily="18" charset="0"/>
              </a:rPr>
              <a:t> = V ^ V</a:t>
            </a:r>
            <a:r>
              <a:rPr lang="en-US" sz="2000" b="0" kern="0" baseline="30000" dirty="0">
                <a:effectLst/>
                <a:latin typeface="Times New Roman" panose="02020603050405020304" pitchFamily="18" charset="0"/>
                <a:ea typeface="Times New Roman" panose="02020603050405020304" pitchFamily="18" charset="0"/>
              </a:rPr>
              <a:t>e</a:t>
            </a:r>
            <a:r>
              <a:rPr lang="en-US" sz="2000" b="0" kern="0" dirty="0">
                <a:effectLst/>
                <a:latin typeface="Times New Roman" panose="02020603050405020304" pitchFamily="18" charset="0"/>
                <a:ea typeface="Times New Roman" panose="02020603050405020304" pitchFamily="18" charset="0"/>
              </a:rPr>
              <a:t> = 0010 1010 1101 0010</a:t>
            </a:r>
            <a:endParaRPr lang="en-IN" sz="2000" b="1" kern="0" dirty="0">
              <a:effectLst/>
              <a:latin typeface="Times New Roman" panose="02020603050405020304" pitchFamily="18" charset="0"/>
              <a:ea typeface="Times New Roman" panose="02020603050405020304" pitchFamily="18" charset="0"/>
            </a:endParaRPr>
          </a:p>
          <a:p>
            <a:pPr marL="521970" marR="626110" algn="l">
              <a:lnSpc>
                <a:spcPct val="172000"/>
              </a:lnSpc>
              <a:spcBef>
                <a:spcPts val="430"/>
              </a:spcBef>
              <a:spcAft>
                <a:spcPts val="0"/>
              </a:spcAft>
            </a:pPr>
            <a:r>
              <a:rPr lang="en-US" sz="2000" b="0" kern="0" dirty="0">
                <a:effectLst/>
                <a:latin typeface="Times New Roman" panose="02020603050405020304" pitchFamily="18" charset="0"/>
                <a:ea typeface="Times New Roman" panose="02020603050405020304" pitchFamily="18" charset="0"/>
              </a:rPr>
              <a:t>Using </a:t>
            </a:r>
            <a:r>
              <a:rPr lang="en-US" sz="2000" b="0" kern="0" dirty="0" err="1">
                <a:effectLst/>
                <a:latin typeface="Times New Roman" panose="02020603050405020304" pitchFamily="18" charset="0"/>
                <a:ea typeface="Times New Roman" panose="02020603050405020304" pitchFamily="18" charset="0"/>
              </a:rPr>
              <a:t>S</a:t>
            </a:r>
            <a:r>
              <a:rPr lang="en-US" sz="2000" b="0" kern="0" baseline="-25000" dirty="0" err="1">
                <a:effectLst/>
                <a:latin typeface="Times New Roman" panose="02020603050405020304" pitchFamily="18" charset="0"/>
                <a:ea typeface="Times New Roman" panose="02020603050405020304" pitchFamily="18" charset="0"/>
              </a:rPr>
              <a:t>pm</a:t>
            </a:r>
            <a:r>
              <a:rPr lang="en-US" sz="2000" b="0" kern="0" dirty="0">
                <a:effectLst/>
                <a:latin typeface="Times New Roman" panose="02020603050405020304" pitchFamily="18" charset="0"/>
                <a:ea typeface="Times New Roman" panose="02020603050405020304" pitchFamily="18" charset="0"/>
              </a:rPr>
              <a:t>, we rectify the error to obtain errorless output using C = B</a:t>
            </a:r>
            <a:r>
              <a:rPr lang="en-US" sz="2000" b="0" kern="0" baseline="30000" dirty="0">
                <a:effectLst/>
                <a:latin typeface="Times New Roman" panose="02020603050405020304" pitchFamily="18" charset="0"/>
                <a:ea typeface="Times New Roman" panose="02020603050405020304" pitchFamily="18" charset="0"/>
              </a:rPr>
              <a:t>e</a:t>
            </a:r>
            <a:r>
              <a:rPr lang="en-US" sz="2000" b="0" kern="0" dirty="0">
                <a:effectLst/>
                <a:latin typeface="Times New Roman" panose="02020603050405020304" pitchFamily="18" charset="0"/>
                <a:ea typeface="Times New Roman" panose="02020603050405020304" pitchFamily="18" charset="0"/>
              </a:rPr>
              <a:t> ^ </a:t>
            </a:r>
            <a:r>
              <a:rPr lang="en-US" sz="2000" b="0" kern="0" dirty="0" err="1">
                <a:effectLst/>
                <a:latin typeface="Times New Roman" panose="02020603050405020304" pitchFamily="18" charset="0"/>
                <a:ea typeface="Times New Roman" panose="02020603050405020304" pitchFamily="18" charset="0"/>
              </a:rPr>
              <a:t>S</a:t>
            </a:r>
            <a:r>
              <a:rPr lang="en-US" sz="2000" b="0" kern="0" baseline="-25000" dirty="0" err="1">
                <a:effectLst/>
                <a:latin typeface="Times New Roman" panose="02020603050405020304" pitchFamily="18" charset="0"/>
                <a:ea typeface="Times New Roman" panose="02020603050405020304" pitchFamily="18" charset="0"/>
              </a:rPr>
              <a:t>pm</a:t>
            </a:r>
            <a:r>
              <a:rPr lang="en-US" sz="2000" b="0" kern="0" baseline="-25000" dirty="0">
                <a:effectLst/>
                <a:latin typeface="Times New Roman" panose="02020603050405020304" pitchFamily="18" charset="0"/>
                <a:ea typeface="Times New Roman" panose="02020603050405020304" pitchFamily="18" charset="0"/>
              </a:rPr>
              <a:t>.</a:t>
            </a:r>
            <a:endParaRPr lang="en-IN" sz="2000" b="1" kern="0" dirty="0">
              <a:effectLst/>
              <a:latin typeface="Times New Roman" panose="02020603050405020304" pitchFamily="18" charset="0"/>
              <a:ea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5" name="TextBox 4">
            <a:extLst>
              <a:ext uri="{FF2B5EF4-FFF2-40B4-BE49-F238E27FC236}">
                <a16:creationId xmlns:a16="http://schemas.microsoft.com/office/drawing/2014/main" id="{5724BCEF-12AC-DA0A-CD2E-1ED7B59186EA}"/>
              </a:ext>
            </a:extLst>
          </p:cNvPr>
          <p:cNvSpPr txBox="1"/>
          <p:nvPr/>
        </p:nvSpPr>
        <p:spPr>
          <a:xfrm>
            <a:off x="838200" y="681037"/>
            <a:ext cx="6956502" cy="738664"/>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Cont’d…</a:t>
            </a:r>
          </a:p>
          <a:p>
            <a:r>
              <a:rPr lang="en-US" b="1" dirty="0">
                <a:latin typeface="Times New Roman" panose="02020603050405020304" pitchFamily="18" charset="0"/>
                <a:cs typeface="Times New Roman" panose="02020603050405020304" pitchFamily="18" charset="0"/>
              </a:rPr>
              <a:t>Flow of process to identify and rectify error bits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9284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58248-EDDE-93DF-8636-7DECB18E196E}"/>
              </a:ext>
            </a:extLst>
          </p:cNvPr>
          <p:cNvSpPr>
            <a:spLocks noGrp="1"/>
          </p:cNvSpPr>
          <p:nvPr>
            <p:ph type="title"/>
          </p:nvPr>
        </p:nvSpPr>
        <p:spPr>
          <a:xfrm>
            <a:off x="838200" y="161537"/>
            <a:ext cx="10515600" cy="1030057"/>
          </a:xfrm>
        </p:spPr>
        <p:txBody>
          <a:bodyPr>
            <a:normAutofit/>
          </a:bodyPr>
          <a:lstStyle/>
          <a:p>
            <a:r>
              <a:rPr lang="en-IN" sz="2400" b="1" i="0" u="none" strike="noStrike" baseline="0" dirty="0">
                <a:latin typeface="TimesNewRoman"/>
              </a:rPr>
              <a:t>Error bit correction</a:t>
            </a:r>
            <a:endParaRPr lang="en-IN" sz="2400" b="1" dirty="0">
              <a:latin typeface="Times New Roman" panose="02020603050405020304" pitchFamily="18" charset="0"/>
              <a:cs typeface="Times New Roman" panose="02020603050405020304" pitchFamily="18" charset="0"/>
            </a:endParaRPr>
          </a:p>
        </p:txBody>
      </p:sp>
      <p:cxnSp>
        <p:nvCxnSpPr>
          <p:cNvPr id="53" name="Straight Connector 52">
            <a:extLst>
              <a:ext uri="{FF2B5EF4-FFF2-40B4-BE49-F238E27FC236}">
                <a16:creationId xmlns:a16="http://schemas.microsoft.com/office/drawing/2014/main" id="{253EF36B-B3C4-BE71-2894-098B6128425A}"/>
              </a:ext>
            </a:extLst>
          </p:cNvPr>
          <p:cNvCxnSpPr>
            <a:cxnSpLocks/>
          </p:cNvCxnSpPr>
          <p:nvPr/>
        </p:nvCxnSpPr>
        <p:spPr>
          <a:xfrm>
            <a:off x="2865862" y="4092498"/>
            <a:ext cx="0" cy="0"/>
          </a:xfrm>
          <a:prstGeom prst="line">
            <a:avLst/>
          </a:prstGeom>
        </p:spPr>
        <p:style>
          <a:lnRef idx="1">
            <a:schemeClr val="dk1"/>
          </a:lnRef>
          <a:fillRef idx="0">
            <a:schemeClr val="dk1"/>
          </a:fillRef>
          <a:effectRef idx="0">
            <a:schemeClr val="dk1"/>
          </a:effectRef>
          <a:fontRef idx="minor">
            <a:schemeClr val="tx1"/>
          </a:fontRef>
        </p:style>
      </p:cxnSp>
      <p:graphicFrame>
        <p:nvGraphicFramePr>
          <p:cNvPr id="7" name="Table 7">
            <a:extLst>
              <a:ext uri="{FF2B5EF4-FFF2-40B4-BE49-F238E27FC236}">
                <a16:creationId xmlns:a16="http://schemas.microsoft.com/office/drawing/2014/main" id="{0E4B07D7-9A2C-E916-8BEE-97D137462F17}"/>
              </a:ext>
            </a:extLst>
          </p:cNvPr>
          <p:cNvGraphicFramePr>
            <a:graphicFrameLocks noGrp="1"/>
          </p:cNvGraphicFramePr>
          <p:nvPr>
            <p:extLst>
              <p:ext uri="{D42A27DB-BD31-4B8C-83A1-F6EECF244321}">
                <p14:modId xmlns:p14="http://schemas.microsoft.com/office/powerpoint/2010/main" val="2918144078"/>
              </p:ext>
            </p:extLst>
          </p:nvPr>
        </p:nvGraphicFramePr>
        <p:xfrm>
          <a:off x="1058043" y="2090078"/>
          <a:ext cx="10339040" cy="4657815"/>
        </p:xfrm>
        <a:graphic>
          <a:graphicData uri="http://schemas.openxmlformats.org/drawingml/2006/table">
            <a:tbl>
              <a:tblPr firstRow="1" bandRow="1">
                <a:effectLst/>
                <a:tableStyleId>{5940675A-B579-460E-94D1-54222C63F5DA}</a:tableStyleId>
              </a:tblPr>
              <a:tblGrid>
                <a:gridCol w="646190">
                  <a:extLst>
                    <a:ext uri="{9D8B030D-6E8A-4147-A177-3AD203B41FA5}">
                      <a16:colId xmlns:a16="http://schemas.microsoft.com/office/drawing/2014/main" val="3603213164"/>
                    </a:ext>
                  </a:extLst>
                </a:gridCol>
                <a:gridCol w="646190">
                  <a:extLst>
                    <a:ext uri="{9D8B030D-6E8A-4147-A177-3AD203B41FA5}">
                      <a16:colId xmlns:a16="http://schemas.microsoft.com/office/drawing/2014/main" val="3147082351"/>
                    </a:ext>
                  </a:extLst>
                </a:gridCol>
                <a:gridCol w="646190">
                  <a:extLst>
                    <a:ext uri="{9D8B030D-6E8A-4147-A177-3AD203B41FA5}">
                      <a16:colId xmlns:a16="http://schemas.microsoft.com/office/drawing/2014/main" val="1331723144"/>
                    </a:ext>
                  </a:extLst>
                </a:gridCol>
                <a:gridCol w="646190">
                  <a:extLst>
                    <a:ext uri="{9D8B030D-6E8A-4147-A177-3AD203B41FA5}">
                      <a16:colId xmlns:a16="http://schemas.microsoft.com/office/drawing/2014/main" val="2643967544"/>
                    </a:ext>
                  </a:extLst>
                </a:gridCol>
                <a:gridCol w="646190">
                  <a:extLst>
                    <a:ext uri="{9D8B030D-6E8A-4147-A177-3AD203B41FA5}">
                      <a16:colId xmlns:a16="http://schemas.microsoft.com/office/drawing/2014/main" val="2596710725"/>
                    </a:ext>
                  </a:extLst>
                </a:gridCol>
                <a:gridCol w="646190">
                  <a:extLst>
                    <a:ext uri="{9D8B030D-6E8A-4147-A177-3AD203B41FA5}">
                      <a16:colId xmlns:a16="http://schemas.microsoft.com/office/drawing/2014/main" val="3205393211"/>
                    </a:ext>
                  </a:extLst>
                </a:gridCol>
                <a:gridCol w="646190">
                  <a:extLst>
                    <a:ext uri="{9D8B030D-6E8A-4147-A177-3AD203B41FA5}">
                      <a16:colId xmlns:a16="http://schemas.microsoft.com/office/drawing/2014/main" val="4103531634"/>
                    </a:ext>
                  </a:extLst>
                </a:gridCol>
                <a:gridCol w="646190">
                  <a:extLst>
                    <a:ext uri="{9D8B030D-6E8A-4147-A177-3AD203B41FA5}">
                      <a16:colId xmlns:a16="http://schemas.microsoft.com/office/drawing/2014/main" val="4110901262"/>
                    </a:ext>
                  </a:extLst>
                </a:gridCol>
                <a:gridCol w="646190">
                  <a:extLst>
                    <a:ext uri="{9D8B030D-6E8A-4147-A177-3AD203B41FA5}">
                      <a16:colId xmlns:a16="http://schemas.microsoft.com/office/drawing/2014/main" val="3110848873"/>
                    </a:ext>
                  </a:extLst>
                </a:gridCol>
                <a:gridCol w="646190">
                  <a:extLst>
                    <a:ext uri="{9D8B030D-6E8A-4147-A177-3AD203B41FA5}">
                      <a16:colId xmlns:a16="http://schemas.microsoft.com/office/drawing/2014/main" val="2247757211"/>
                    </a:ext>
                  </a:extLst>
                </a:gridCol>
                <a:gridCol w="646190">
                  <a:extLst>
                    <a:ext uri="{9D8B030D-6E8A-4147-A177-3AD203B41FA5}">
                      <a16:colId xmlns:a16="http://schemas.microsoft.com/office/drawing/2014/main" val="1800766839"/>
                    </a:ext>
                  </a:extLst>
                </a:gridCol>
                <a:gridCol w="646190">
                  <a:extLst>
                    <a:ext uri="{9D8B030D-6E8A-4147-A177-3AD203B41FA5}">
                      <a16:colId xmlns:a16="http://schemas.microsoft.com/office/drawing/2014/main" val="4006340922"/>
                    </a:ext>
                  </a:extLst>
                </a:gridCol>
                <a:gridCol w="646190">
                  <a:extLst>
                    <a:ext uri="{9D8B030D-6E8A-4147-A177-3AD203B41FA5}">
                      <a16:colId xmlns:a16="http://schemas.microsoft.com/office/drawing/2014/main" val="487377013"/>
                    </a:ext>
                  </a:extLst>
                </a:gridCol>
                <a:gridCol w="646190">
                  <a:extLst>
                    <a:ext uri="{9D8B030D-6E8A-4147-A177-3AD203B41FA5}">
                      <a16:colId xmlns:a16="http://schemas.microsoft.com/office/drawing/2014/main" val="3853236109"/>
                    </a:ext>
                  </a:extLst>
                </a:gridCol>
                <a:gridCol w="646190">
                  <a:extLst>
                    <a:ext uri="{9D8B030D-6E8A-4147-A177-3AD203B41FA5}">
                      <a16:colId xmlns:a16="http://schemas.microsoft.com/office/drawing/2014/main" val="4008807335"/>
                    </a:ext>
                  </a:extLst>
                </a:gridCol>
                <a:gridCol w="646190">
                  <a:extLst>
                    <a:ext uri="{9D8B030D-6E8A-4147-A177-3AD203B41FA5}">
                      <a16:colId xmlns:a16="http://schemas.microsoft.com/office/drawing/2014/main" val="1338063977"/>
                    </a:ext>
                  </a:extLst>
                </a:gridCol>
              </a:tblGrid>
              <a:tr h="517535">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9541411"/>
                  </a:ext>
                </a:extLst>
              </a:tr>
              <a:tr h="517535">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18859861"/>
                  </a:ext>
                </a:extLst>
              </a:tr>
              <a:tr h="517535">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extLst>
                  <a:ext uri="{0D108BD9-81ED-4DB2-BD59-A6C34878D82A}">
                    <a16:rowId xmlns:a16="http://schemas.microsoft.com/office/drawing/2014/main" val="2233146755"/>
                  </a:ext>
                </a:extLst>
              </a:tr>
              <a:tr h="517535">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b="1" dirty="0">
                          <a:solidFill>
                            <a:srgbClr val="FF0000"/>
                          </a:solidFill>
                          <a:latin typeface="Times New Roman" panose="02020603050405020304" pitchFamily="18" charset="0"/>
                          <a:cs typeface="Times New Roman" panose="02020603050405020304" pitchFamily="18" charset="0"/>
                        </a:rPr>
                        <a:t>0</a:t>
                      </a:r>
                      <a:endParaRPr lang="en-IN" sz="22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b="1" dirty="0">
                          <a:solidFill>
                            <a:srgbClr val="FF0000"/>
                          </a:solidFill>
                          <a:latin typeface="Times New Roman" panose="02020603050405020304" pitchFamily="18" charset="0"/>
                          <a:cs typeface="Times New Roman" panose="02020603050405020304" pitchFamily="18" charset="0"/>
                        </a:rPr>
                        <a:t>0</a:t>
                      </a:r>
                      <a:endParaRPr lang="en-IN" sz="22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b="1" dirty="0">
                          <a:solidFill>
                            <a:srgbClr val="FF0000"/>
                          </a:solidFill>
                          <a:latin typeface="Times New Roman" panose="02020603050405020304" pitchFamily="18" charset="0"/>
                          <a:cs typeface="Times New Roman" panose="02020603050405020304" pitchFamily="18" charset="0"/>
                        </a:rPr>
                        <a:t>0</a:t>
                      </a:r>
                      <a:endParaRPr lang="en-IN" sz="22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sz="2200" b="1" dirty="0">
                          <a:solidFill>
                            <a:srgbClr val="FF0000"/>
                          </a:solidFill>
                          <a:latin typeface="Times New Roman" panose="02020603050405020304" pitchFamily="18" charset="0"/>
                          <a:cs typeface="Times New Roman" panose="02020603050405020304" pitchFamily="18" charset="0"/>
                        </a:rPr>
                        <a:t>1</a:t>
                      </a:r>
                      <a:endParaRPr lang="en-IN" sz="22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b="1" dirty="0">
                          <a:solidFill>
                            <a:srgbClr val="FF0000"/>
                          </a:solidFill>
                          <a:latin typeface="Times New Roman" panose="02020603050405020304" pitchFamily="18" charset="0"/>
                          <a:cs typeface="Times New Roman" panose="02020603050405020304" pitchFamily="18" charset="0"/>
                        </a:rPr>
                        <a:t>1</a:t>
                      </a:r>
                      <a:endParaRPr lang="en-IN" sz="22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88270976"/>
                  </a:ext>
                </a:extLst>
              </a:tr>
              <a:tr h="517535">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b="1" dirty="0">
                          <a:solidFill>
                            <a:srgbClr val="FF0000"/>
                          </a:solidFill>
                          <a:latin typeface="Times New Roman" panose="02020603050405020304" pitchFamily="18" charset="0"/>
                          <a:cs typeface="Times New Roman" panose="02020603050405020304" pitchFamily="18" charset="0"/>
                        </a:rPr>
                        <a:t>1</a:t>
                      </a:r>
                      <a:endParaRPr lang="en-IN" sz="22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b="1" dirty="0">
                          <a:solidFill>
                            <a:srgbClr val="FF0000"/>
                          </a:solidFill>
                          <a:latin typeface="Times New Roman" panose="02020603050405020304" pitchFamily="18" charset="0"/>
                          <a:cs typeface="Times New Roman" panose="02020603050405020304" pitchFamily="18" charset="0"/>
                        </a:rPr>
                        <a:t>0</a:t>
                      </a:r>
                      <a:endParaRPr lang="en-IN" sz="2200" b="1" dirty="0">
                        <a:solidFill>
                          <a:srgbClr val="FF0000"/>
                        </a:solidFill>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31505858"/>
                  </a:ext>
                </a:extLst>
              </a:tr>
              <a:tr h="517535">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b="1" dirty="0">
                          <a:solidFill>
                            <a:schemeClr val="accent1">
                              <a:lumMod val="75000"/>
                            </a:schemeClr>
                          </a:solidFill>
                          <a:latin typeface="Times New Roman" panose="02020603050405020304" pitchFamily="18" charset="0"/>
                          <a:cs typeface="Times New Roman" panose="02020603050405020304" pitchFamily="18" charset="0"/>
                        </a:rPr>
                        <a:t>1</a:t>
                      </a:r>
                      <a:endParaRPr lang="en-IN" sz="2200" b="1" dirty="0">
                        <a:solidFill>
                          <a:schemeClr val="accent1">
                            <a:lumMod val="75000"/>
                          </a:schemeClr>
                        </a:solidFill>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b="1" dirty="0">
                          <a:solidFill>
                            <a:schemeClr val="accent1">
                              <a:lumMod val="75000"/>
                            </a:schemeClr>
                          </a:solidFill>
                          <a:latin typeface="Times New Roman" panose="02020603050405020304" pitchFamily="18" charset="0"/>
                          <a:cs typeface="Times New Roman" panose="02020603050405020304" pitchFamily="18" charset="0"/>
                        </a:rPr>
                        <a:t>1</a:t>
                      </a:r>
                      <a:endParaRPr lang="en-IN" sz="2200" b="1" dirty="0">
                        <a:solidFill>
                          <a:schemeClr val="accent1">
                            <a:lumMod val="75000"/>
                          </a:schemeClr>
                        </a:solidFill>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b="1" dirty="0">
                          <a:solidFill>
                            <a:schemeClr val="accent1">
                              <a:lumMod val="75000"/>
                            </a:schemeClr>
                          </a:solidFill>
                          <a:latin typeface="Times New Roman" panose="02020603050405020304" pitchFamily="18" charset="0"/>
                          <a:cs typeface="Times New Roman" panose="02020603050405020304" pitchFamily="18" charset="0"/>
                        </a:rPr>
                        <a:t>0</a:t>
                      </a:r>
                      <a:endParaRPr lang="en-IN" sz="2200" b="1" dirty="0">
                        <a:solidFill>
                          <a:schemeClr val="accent1">
                            <a:lumMod val="75000"/>
                          </a:schemeClr>
                        </a:solidFill>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b="1" dirty="0">
                          <a:solidFill>
                            <a:schemeClr val="accent1">
                              <a:lumMod val="75000"/>
                            </a:schemeClr>
                          </a:solidFill>
                          <a:latin typeface="Times New Roman" panose="02020603050405020304" pitchFamily="18" charset="0"/>
                          <a:cs typeface="Times New Roman" panose="02020603050405020304" pitchFamily="18" charset="0"/>
                        </a:rPr>
                        <a:t>1</a:t>
                      </a:r>
                      <a:endParaRPr lang="en-IN" sz="2200" b="1" dirty="0">
                        <a:solidFill>
                          <a:schemeClr val="accent1">
                            <a:lumMod val="75000"/>
                          </a:schemeClr>
                        </a:solidFill>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b="1" dirty="0">
                          <a:solidFill>
                            <a:schemeClr val="accent1">
                              <a:lumMod val="75000"/>
                            </a:schemeClr>
                          </a:solidFill>
                          <a:latin typeface="Times New Roman" panose="02020603050405020304" pitchFamily="18" charset="0"/>
                          <a:cs typeface="Times New Roman" panose="02020603050405020304" pitchFamily="18" charset="0"/>
                        </a:rPr>
                        <a:t>1</a:t>
                      </a:r>
                      <a:endParaRPr lang="en-IN" sz="2200" b="1" dirty="0">
                        <a:solidFill>
                          <a:schemeClr val="accent1">
                            <a:lumMod val="75000"/>
                          </a:schemeClr>
                        </a:solidFill>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b="1" dirty="0">
                          <a:solidFill>
                            <a:schemeClr val="accent1">
                              <a:lumMod val="75000"/>
                            </a:schemeClr>
                          </a:solidFill>
                          <a:latin typeface="Times New Roman" panose="02020603050405020304" pitchFamily="18" charset="0"/>
                          <a:cs typeface="Times New Roman" panose="02020603050405020304" pitchFamily="18" charset="0"/>
                        </a:rPr>
                        <a:t>1</a:t>
                      </a:r>
                      <a:endParaRPr lang="en-IN" sz="2200" b="1" dirty="0">
                        <a:solidFill>
                          <a:schemeClr val="accent1">
                            <a:lumMod val="75000"/>
                          </a:schemeClr>
                        </a:solidFill>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b="1" dirty="0">
                          <a:solidFill>
                            <a:schemeClr val="accent1">
                              <a:lumMod val="75000"/>
                            </a:schemeClr>
                          </a:solidFill>
                          <a:latin typeface="Times New Roman" panose="02020603050405020304" pitchFamily="18" charset="0"/>
                          <a:cs typeface="Times New Roman" panose="02020603050405020304" pitchFamily="18" charset="0"/>
                        </a:rPr>
                        <a:t>0</a:t>
                      </a:r>
                      <a:endParaRPr lang="en-IN" sz="2200" b="1" dirty="0">
                        <a:solidFill>
                          <a:schemeClr val="accent1">
                            <a:lumMod val="75000"/>
                          </a:schemeClr>
                        </a:solidFill>
                        <a:latin typeface="Times New Roman" panose="02020603050405020304" pitchFamily="18" charset="0"/>
                        <a:cs typeface="Times New Roman" panose="02020603050405020304" pitchFamily="18" charset="0"/>
                      </a:endParaRPr>
                    </a:p>
                  </a:txBody>
                  <a:tcPr>
                    <a:solidFill>
                      <a:schemeClr val="bg2">
                        <a:lumMod val="75000"/>
                      </a:schemeClr>
                    </a:solidFill>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solidFill>
                      <a:schemeClr val="bg2">
                        <a:lumMod val="75000"/>
                      </a:schemeClr>
                    </a:solidFill>
                  </a:tcPr>
                </a:tc>
                <a:extLst>
                  <a:ext uri="{0D108BD9-81ED-4DB2-BD59-A6C34878D82A}">
                    <a16:rowId xmlns:a16="http://schemas.microsoft.com/office/drawing/2014/main" val="2583210465"/>
                  </a:ext>
                </a:extLst>
              </a:tr>
              <a:tr h="517535">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0</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0</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1</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0</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1</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0</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1</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0</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1</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1</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0</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1</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0</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0</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1</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tc>
                  <a:txBody>
                    <a:bodyPr/>
                    <a:lstStyle/>
                    <a:p>
                      <a:pPr algn="ctr"/>
                      <a:r>
                        <a:rPr lang="en-US" sz="2200" b="1" dirty="0">
                          <a:solidFill>
                            <a:schemeClr val="tx1"/>
                          </a:solidFill>
                          <a:latin typeface="Times New Roman" panose="02020603050405020304" pitchFamily="18" charset="0"/>
                          <a:cs typeface="Times New Roman" panose="02020603050405020304" pitchFamily="18" charset="0"/>
                        </a:rPr>
                        <a:t>0</a:t>
                      </a:r>
                      <a:endParaRPr lang="en-IN" sz="2200" b="1" dirty="0">
                        <a:solidFill>
                          <a:schemeClr val="tx1"/>
                        </a:solidFill>
                        <a:latin typeface="Times New Roman" panose="02020603050405020304" pitchFamily="18" charset="0"/>
                        <a:cs typeface="Times New Roman" panose="02020603050405020304" pitchFamily="18" charset="0"/>
                      </a:endParaRPr>
                    </a:p>
                  </a:txBody>
                  <a:tcPr>
                    <a:solidFill>
                      <a:schemeClr val="accent4"/>
                    </a:solidFill>
                  </a:tcPr>
                </a:tc>
                <a:extLst>
                  <a:ext uri="{0D108BD9-81ED-4DB2-BD59-A6C34878D82A}">
                    <a16:rowId xmlns:a16="http://schemas.microsoft.com/office/drawing/2014/main" val="1325989994"/>
                  </a:ext>
                </a:extLst>
              </a:tr>
              <a:tr h="517535">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6376476"/>
                  </a:ext>
                </a:extLst>
              </a:tr>
              <a:tr h="517535">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0</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tc>
                  <a:txBody>
                    <a:bodyPr/>
                    <a:lstStyle/>
                    <a:p>
                      <a:pPr algn="ctr"/>
                      <a:r>
                        <a:rPr lang="en-US" sz="2200" dirty="0">
                          <a:latin typeface="Times New Roman" panose="02020603050405020304" pitchFamily="18" charset="0"/>
                          <a:cs typeface="Times New Roman" panose="02020603050405020304" pitchFamily="18" charset="0"/>
                        </a:rPr>
                        <a:t>1</a:t>
                      </a:r>
                      <a:endParaRPr lang="en-IN" sz="2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7108294"/>
                  </a:ext>
                </a:extLst>
              </a:tr>
            </a:tbl>
          </a:graphicData>
        </a:graphic>
      </p:graphicFrame>
      <p:sp>
        <p:nvSpPr>
          <p:cNvPr id="8" name="Left Brace 7">
            <a:extLst>
              <a:ext uri="{FF2B5EF4-FFF2-40B4-BE49-F238E27FC236}">
                <a16:creationId xmlns:a16="http://schemas.microsoft.com/office/drawing/2014/main" id="{0EC890E4-A0BD-D2FE-464F-C7C83D016DE3}"/>
              </a:ext>
            </a:extLst>
          </p:cNvPr>
          <p:cNvSpPr/>
          <p:nvPr/>
        </p:nvSpPr>
        <p:spPr>
          <a:xfrm>
            <a:off x="794917" y="2090078"/>
            <a:ext cx="263126" cy="1030057"/>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sp>
        <p:nvSpPr>
          <p:cNvPr id="9" name="TextBox 8">
            <a:extLst>
              <a:ext uri="{FF2B5EF4-FFF2-40B4-BE49-F238E27FC236}">
                <a16:creationId xmlns:a16="http://schemas.microsoft.com/office/drawing/2014/main" id="{EE604E35-DB6F-EA7F-E300-AD9CFFCEC3E2}"/>
              </a:ext>
            </a:extLst>
          </p:cNvPr>
          <p:cNvSpPr txBox="1"/>
          <p:nvPr/>
        </p:nvSpPr>
        <p:spPr>
          <a:xfrm>
            <a:off x="405946" y="2408229"/>
            <a:ext cx="35618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B</a:t>
            </a:r>
            <a:endParaRPr lang="en-IN" sz="2000" b="1" dirty="0">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FE35F5EF-7DB0-3E06-ECA0-C900A2D9A8B8}"/>
              </a:ext>
            </a:extLst>
          </p:cNvPr>
          <p:cNvCxnSpPr>
            <a:cxnSpLocks/>
          </p:cNvCxnSpPr>
          <p:nvPr/>
        </p:nvCxnSpPr>
        <p:spPr>
          <a:xfrm flipH="1">
            <a:off x="11133957" y="1608989"/>
            <a:ext cx="100361" cy="5910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TextBox 13">
            <a:extLst>
              <a:ext uri="{FF2B5EF4-FFF2-40B4-BE49-F238E27FC236}">
                <a16:creationId xmlns:a16="http://schemas.microsoft.com/office/drawing/2014/main" id="{AD5E9990-4E71-21FB-9C91-8512E5D91CD6}"/>
              </a:ext>
            </a:extLst>
          </p:cNvPr>
          <p:cNvSpPr txBox="1"/>
          <p:nvPr/>
        </p:nvSpPr>
        <p:spPr>
          <a:xfrm>
            <a:off x="11116695" y="1240726"/>
            <a:ext cx="827471"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0</a:t>
            </a:r>
            <a:r>
              <a:rPr lang="en-US" sz="2000" b="1" baseline="30000" dirty="0">
                <a:latin typeface="Times New Roman" panose="02020603050405020304" pitchFamily="18" charset="0"/>
                <a:cs typeface="Times New Roman" panose="02020603050405020304" pitchFamily="18" charset="0"/>
              </a:rPr>
              <a:t>th</a:t>
            </a:r>
            <a:r>
              <a:rPr lang="en-US" sz="2000" b="1" dirty="0">
                <a:latin typeface="Times New Roman" panose="02020603050405020304" pitchFamily="18" charset="0"/>
                <a:cs typeface="Times New Roman" panose="02020603050405020304" pitchFamily="18" charset="0"/>
              </a:rPr>
              <a:t> bit</a:t>
            </a:r>
            <a:endParaRPr lang="en-IN" sz="2000" b="1" dirty="0">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6B5AD30E-1232-BD93-A0BE-3D765EC8E76A}"/>
              </a:ext>
            </a:extLst>
          </p:cNvPr>
          <p:cNvSpPr txBox="1"/>
          <p:nvPr/>
        </p:nvSpPr>
        <p:spPr>
          <a:xfrm>
            <a:off x="368162" y="3228945"/>
            <a:ext cx="370614"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V</a:t>
            </a:r>
            <a:endParaRPr lang="en-IN" sz="2000" b="1" dirty="0">
              <a:latin typeface="Times New Roman" panose="02020603050405020304" pitchFamily="18" charset="0"/>
              <a:cs typeface="Times New Roman" panose="02020603050405020304" pitchFamily="18" charset="0"/>
            </a:endParaRPr>
          </a:p>
        </p:txBody>
      </p:sp>
      <p:cxnSp>
        <p:nvCxnSpPr>
          <p:cNvPr id="23" name="Straight Arrow Connector 22">
            <a:extLst>
              <a:ext uri="{FF2B5EF4-FFF2-40B4-BE49-F238E27FC236}">
                <a16:creationId xmlns:a16="http://schemas.microsoft.com/office/drawing/2014/main" id="{23110E8C-9EAF-7C9C-0D0A-AFEC4CB6F4C7}"/>
              </a:ext>
            </a:extLst>
          </p:cNvPr>
          <p:cNvCxnSpPr>
            <a:cxnSpLocks/>
            <a:stCxn id="20" idx="3"/>
          </p:cNvCxnSpPr>
          <p:nvPr/>
        </p:nvCxnSpPr>
        <p:spPr>
          <a:xfrm>
            <a:off x="738776" y="3429000"/>
            <a:ext cx="31926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0" name="TextBox 29">
            <a:extLst>
              <a:ext uri="{FF2B5EF4-FFF2-40B4-BE49-F238E27FC236}">
                <a16:creationId xmlns:a16="http://schemas.microsoft.com/office/drawing/2014/main" id="{9DCE1472-579E-9C20-734B-0C0E1330FA4B}"/>
              </a:ext>
            </a:extLst>
          </p:cNvPr>
          <p:cNvSpPr txBox="1"/>
          <p:nvPr/>
        </p:nvSpPr>
        <p:spPr>
          <a:xfrm>
            <a:off x="332896" y="3944028"/>
            <a:ext cx="431528"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B</a:t>
            </a:r>
            <a:r>
              <a:rPr lang="en-US" sz="2000" b="1" baseline="30000" dirty="0">
                <a:latin typeface="Times New Roman" panose="02020603050405020304" pitchFamily="18" charset="0"/>
                <a:cs typeface="Times New Roman" panose="02020603050405020304" pitchFamily="18" charset="0"/>
              </a:rPr>
              <a:t>e</a:t>
            </a:r>
            <a:endParaRPr lang="en-IN" sz="2000" b="1" dirty="0">
              <a:latin typeface="Times New Roman" panose="02020603050405020304" pitchFamily="18" charset="0"/>
              <a:cs typeface="Times New Roman" panose="02020603050405020304" pitchFamily="18" charset="0"/>
            </a:endParaRPr>
          </a:p>
        </p:txBody>
      </p:sp>
      <p:sp>
        <p:nvSpPr>
          <p:cNvPr id="31" name="Left Brace 30">
            <a:extLst>
              <a:ext uri="{FF2B5EF4-FFF2-40B4-BE49-F238E27FC236}">
                <a16:creationId xmlns:a16="http://schemas.microsoft.com/office/drawing/2014/main" id="{7CE82BF0-C295-39F8-F93E-38869DDD60F6}"/>
              </a:ext>
            </a:extLst>
          </p:cNvPr>
          <p:cNvSpPr/>
          <p:nvPr/>
        </p:nvSpPr>
        <p:spPr>
          <a:xfrm>
            <a:off x="766846" y="3629055"/>
            <a:ext cx="263126" cy="1030057"/>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cxnSp>
        <p:nvCxnSpPr>
          <p:cNvPr id="33" name="Straight Arrow Connector 32">
            <a:extLst>
              <a:ext uri="{FF2B5EF4-FFF2-40B4-BE49-F238E27FC236}">
                <a16:creationId xmlns:a16="http://schemas.microsoft.com/office/drawing/2014/main" id="{44AD2E2D-4E48-DCC0-3039-CA192CBB4689}"/>
              </a:ext>
            </a:extLst>
          </p:cNvPr>
          <p:cNvCxnSpPr>
            <a:cxnSpLocks/>
          </p:cNvCxnSpPr>
          <p:nvPr/>
        </p:nvCxnSpPr>
        <p:spPr>
          <a:xfrm>
            <a:off x="738776" y="4953000"/>
            <a:ext cx="31926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4" name="TextBox 33">
            <a:extLst>
              <a:ext uri="{FF2B5EF4-FFF2-40B4-BE49-F238E27FC236}">
                <a16:creationId xmlns:a16="http://schemas.microsoft.com/office/drawing/2014/main" id="{7E457BDB-FC7E-7852-D0F5-4DA809FC7FE3}"/>
              </a:ext>
            </a:extLst>
          </p:cNvPr>
          <p:cNvSpPr txBox="1"/>
          <p:nvPr/>
        </p:nvSpPr>
        <p:spPr>
          <a:xfrm>
            <a:off x="328804" y="4752945"/>
            <a:ext cx="455574"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V</a:t>
            </a:r>
            <a:r>
              <a:rPr lang="en-US" sz="2000" b="1" baseline="30000" dirty="0">
                <a:latin typeface="Times New Roman" panose="02020603050405020304" pitchFamily="18" charset="0"/>
                <a:cs typeface="Times New Roman" panose="02020603050405020304" pitchFamily="18" charset="0"/>
              </a:rPr>
              <a:t>e</a:t>
            </a:r>
            <a:endParaRPr lang="en-IN" sz="2000" b="1" dirty="0">
              <a:latin typeface="Times New Roman" panose="02020603050405020304" pitchFamily="18" charset="0"/>
              <a:cs typeface="Times New Roman" panose="02020603050405020304" pitchFamily="18" charset="0"/>
            </a:endParaRPr>
          </a:p>
        </p:txBody>
      </p:sp>
      <p:cxnSp>
        <p:nvCxnSpPr>
          <p:cNvPr id="35" name="Straight Arrow Connector 34">
            <a:extLst>
              <a:ext uri="{FF2B5EF4-FFF2-40B4-BE49-F238E27FC236}">
                <a16:creationId xmlns:a16="http://schemas.microsoft.com/office/drawing/2014/main" id="{D732F6E0-DB17-7BB5-884F-5E20722ABFDC}"/>
              </a:ext>
            </a:extLst>
          </p:cNvPr>
          <p:cNvCxnSpPr>
            <a:cxnSpLocks/>
          </p:cNvCxnSpPr>
          <p:nvPr/>
        </p:nvCxnSpPr>
        <p:spPr>
          <a:xfrm>
            <a:off x="710705" y="5428785"/>
            <a:ext cx="31926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6" name="TextBox 35">
            <a:extLst>
              <a:ext uri="{FF2B5EF4-FFF2-40B4-BE49-F238E27FC236}">
                <a16:creationId xmlns:a16="http://schemas.microsoft.com/office/drawing/2014/main" id="{43E68051-A7C0-9196-01AD-90F4BE261AD6}"/>
              </a:ext>
            </a:extLst>
          </p:cNvPr>
          <p:cNvSpPr txBox="1"/>
          <p:nvPr/>
        </p:nvSpPr>
        <p:spPr>
          <a:xfrm>
            <a:off x="294832" y="5228730"/>
            <a:ext cx="455574" cy="400110"/>
          </a:xfrm>
          <a:prstGeom prst="rect">
            <a:avLst/>
          </a:prstGeom>
          <a:noFill/>
        </p:spPr>
        <p:txBody>
          <a:bodyPr wrap="square" rtlCol="0">
            <a:spAutoFit/>
          </a:bodyPr>
          <a:lstStyle/>
          <a:p>
            <a:r>
              <a:rPr lang="en-US" sz="2000" b="1" dirty="0" err="1">
                <a:latin typeface="Times New Roman" panose="02020603050405020304" pitchFamily="18" charset="0"/>
                <a:cs typeface="Times New Roman" panose="02020603050405020304" pitchFamily="18" charset="0"/>
              </a:rPr>
              <a:t>S</a:t>
            </a:r>
            <a:r>
              <a:rPr lang="en-US" sz="2000" b="1" baseline="-25000" dirty="0" err="1">
                <a:latin typeface="Times New Roman" panose="02020603050405020304" pitchFamily="18" charset="0"/>
                <a:cs typeface="Times New Roman" panose="02020603050405020304" pitchFamily="18" charset="0"/>
              </a:rPr>
              <a:t>p</a:t>
            </a:r>
            <a:endParaRPr lang="en-IN" sz="2000" b="1" dirty="0">
              <a:latin typeface="Times New Roman" panose="02020603050405020304" pitchFamily="18" charset="0"/>
              <a:cs typeface="Times New Roman" panose="02020603050405020304" pitchFamily="18" charset="0"/>
            </a:endParaRPr>
          </a:p>
        </p:txBody>
      </p:sp>
      <p:cxnSp>
        <p:nvCxnSpPr>
          <p:cNvPr id="37" name="Straight Arrow Connector 36">
            <a:extLst>
              <a:ext uri="{FF2B5EF4-FFF2-40B4-BE49-F238E27FC236}">
                <a16:creationId xmlns:a16="http://schemas.microsoft.com/office/drawing/2014/main" id="{67D3D63C-2E36-9067-C4B7-960C34E0AA49}"/>
              </a:ext>
            </a:extLst>
          </p:cNvPr>
          <p:cNvCxnSpPr>
            <a:cxnSpLocks/>
          </p:cNvCxnSpPr>
          <p:nvPr/>
        </p:nvCxnSpPr>
        <p:spPr>
          <a:xfrm flipH="1">
            <a:off x="1473284" y="1499064"/>
            <a:ext cx="100361" cy="5910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9" name="TextBox 38">
            <a:extLst>
              <a:ext uri="{FF2B5EF4-FFF2-40B4-BE49-F238E27FC236}">
                <a16:creationId xmlns:a16="http://schemas.microsoft.com/office/drawing/2014/main" id="{42BCF545-B732-0333-9DBB-F27A67B3D693}"/>
              </a:ext>
            </a:extLst>
          </p:cNvPr>
          <p:cNvSpPr txBox="1"/>
          <p:nvPr/>
        </p:nvSpPr>
        <p:spPr>
          <a:xfrm>
            <a:off x="1523464" y="1191594"/>
            <a:ext cx="955711"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15</a:t>
            </a:r>
            <a:r>
              <a:rPr lang="en-US" sz="2000" b="1" baseline="30000" dirty="0">
                <a:latin typeface="Times New Roman" panose="02020603050405020304" pitchFamily="18" charset="0"/>
                <a:cs typeface="Times New Roman" panose="02020603050405020304" pitchFamily="18" charset="0"/>
              </a:rPr>
              <a:t>th</a:t>
            </a:r>
            <a:r>
              <a:rPr lang="en-US" sz="2000" b="1" dirty="0">
                <a:latin typeface="Times New Roman" panose="02020603050405020304" pitchFamily="18" charset="0"/>
                <a:cs typeface="Times New Roman" panose="02020603050405020304" pitchFamily="18" charset="0"/>
              </a:rPr>
              <a:t> bit</a:t>
            </a:r>
            <a:endParaRPr lang="en-IN" sz="2000" b="1" dirty="0">
              <a:latin typeface="Times New Roman" panose="02020603050405020304" pitchFamily="18" charset="0"/>
              <a:cs typeface="Times New Roman" panose="02020603050405020304" pitchFamily="18" charset="0"/>
            </a:endParaRPr>
          </a:p>
        </p:txBody>
      </p:sp>
      <p:cxnSp>
        <p:nvCxnSpPr>
          <p:cNvPr id="40" name="Straight Arrow Connector 39">
            <a:extLst>
              <a:ext uri="{FF2B5EF4-FFF2-40B4-BE49-F238E27FC236}">
                <a16:creationId xmlns:a16="http://schemas.microsoft.com/office/drawing/2014/main" id="{213A8ED6-D140-A8E8-1F61-B75F3F71E2F8}"/>
              </a:ext>
            </a:extLst>
          </p:cNvPr>
          <p:cNvCxnSpPr>
            <a:cxnSpLocks/>
          </p:cNvCxnSpPr>
          <p:nvPr/>
        </p:nvCxnSpPr>
        <p:spPr>
          <a:xfrm flipH="1">
            <a:off x="11234318" y="2408229"/>
            <a:ext cx="425891" cy="40011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5" name="TextBox 44">
            <a:extLst>
              <a:ext uri="{FF2B5EF4-FFF2-40B4-BE49-F238E27FC236}">
                <a16:creationId xmlns:a16="http://schemas.microsoft.com/office/drawing/2014/main" id="{2F65A25D-2884-786B-C2AD-5D334351BF19}"/>
              </a:ext>
            </a:extLst>
          </p:cNvPr>
          <p:cNvSpPr txBox="1"/>
          <p:nvPr/>
        </p:nvSpPr>
        <p:spPr>
          <a:xfrm>
            <a:off x="11315700" y="2018800"/>
            <a:ext cx="955711"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16</a:t>
            </a:r>
            <a:r>
              <a:rPr lang="en-US" sz="2000" b="1" baseline="30000" dirty="0">
                <a:latin typeface="Times New Roman" panose="02020603050405020304" pitchFamily="18" charset="0"/>
                <a:cs typeface="Times New Roman" panose="02020603050405020304" pitchFamily="18" charset="0"/>
              </a:rPr>
              <a:t>th</a:t>
            </a:r>
            <a:r>
              <a:rPr lang="en-US" sz="2000" b="1" dirty="0">
                <a:latin typeface="Times New Roman" panose="02020603050405020304" pitchFamily="18" charset="0"/>
                <a:cs typeface="Times New Roman" panose="02020603050405020304" pitchFamily="18" charset="0"/>
              </a:rPr>
              <a:t> bit</a:t>
            </a:r>
            <a:endParaRPr lang="en-IN" sz="2000" b="1" dirty="0">
              <a:latin typeface="Times New Roman" panose="02020603050405020304" pitchFamily="18" charset="0"/>
              <a:cs typeface="Times New Roman" panose="02020603050405020304" pitchFamily="18" charset="0"/>
            </a:endParaRPr>
          </a:p>
        </p:txBody>
      </p:sp>
      <p:cxnSp>
        <p:nvCxnSpPr>
          <p:cNvPr id="46" name="Straight Arrow Connector 45">
            <a:extLst>
              <a:ext uri="{FF2B5EF4-FFF2-40B4-BE49-F238E27FC236}">
                <a16:creationId xmlns:a16="http://schemas.microsoft.com/office/drawing/2014/main" id="{5071AC2C-3738-A1D1-4B3F-0C04E6D13DE8}"/>
              </a:ext>
            </a:extLst>
          </p:cNvPr>
          <p:cNvCxnSpPr>
            <a:cxnSpLocks/>
          </p:cNvCxnSpPr>
          <p:nvPr/>
        </p:nvCxnSpPr>
        <p:spPr>
          <a:xfrm>
            <a:off x="963928" y="1391649"/>
            <a:ext cx="175497" cy="141432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49" name="TextBox 48">
            <a:extLst>
              <a:ext uri="{FF2B5EF4-FFF2-40B4-BE49-F238E27FC236}">
                <a16:creationId xmlns:a16="http://schemas.microsoft.com/office/drawing/2014/main" id="{380186EC-6E8C-1789-4C85-6D1637C7955C}"/>
              </a:ext>
            </a:extLst>
          </p:cNvPr>
          <p:cNvSpPr txBox="1"/>
          <p:nvPr/>
        </p:nvSpPr>
        <p:spPr>
          <a:xfrm>
            <a:off x="517573" y="1053729"/>
            <a:ext cx="928459" cy="400110"/>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31</a:t>
            </a:r>
            <a:r>
              <a:rPr lang="en-US" sz="2000" b="1" baseline="30000" dirty="0">
                <a:latin typeface="Times New Roman" panose="02020603050405020304" pitchFamily="18" charset="0"/>
                <a:cs typeface="Times New Roman" panose="02020603050405020304" pitchFamily="18" charset="0"/>
              </a:rPr>
              <a:t>st</a:t>
            </a:r>
            <a:r>
              <a:rPr lang="en-US" sz="2000" b="1" dirty="0">
                <a:latin typeface="Times New Roman" panose="02020603050405020304" pitchFamily="18" charset="0"/>
                <a:cs typeface="Times New Roman" panose="02020603050405020304" pitchFamily="18" charset="0"/>
              </a:rPr>
              <a:t> bit</a:t>
            </a:r>
            <a:endParaRPr lang="en-IN" sz="2000" b="1" dirty="0">
              <a:latin typeface="Times New Roman" panose="02020603050405020304" pitchFamily="18" charset="0"/>
              <a:cs typeface="Times New Roman" panose="02020603050405020304" pitchFamily="18" charset="0"/>
            </a:endParaRPr>
          </a:p>
        </p:txBody>
      </p:sp>
      <p:sp>
        <p:nvSpPr>
          <p:cNvPr id="51" name="Left Brace 50">
            <a:extLst>
              <a:ext uri="{FF2B5EF4-FFF2-40B4-BE49-F238E27FC236}">
                <a16:creationId xmlns:a16="http://schemas.microsoft.com/office/drawing/2014/main" id="{20156D6A-35DA-4964-A40E-AAFC421F9332}"/>
              </a:ext>
            </a:extLst>
          </p:cNvPr>
          <p:cNvSpPr/>
          <p:nvPr/>
        </p:nvSpPr>
        <p:spPr>
          <a:xfrm>
            <a:off x="772662" y="5704516"/>
            <a:ext cx="263126" cy="1030057"/>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IN"/>
          </a:p>
        </p:txBody>
      </p:sp>
      <p:sp>
        <p:nvSpPr>
          <p:cNvPr id="52" name="TextBox 51">
            <a:extLst>
              <a:ext uri="{FF2B5EF4-FFF2-40B4-BE49-F238E27FC236}">
                <a16:creationId xmlns:a16="http://schemas.microsoft.com/office/drawing/2014/main" id="{2708F971-B01F-26BD-6495-866EEFC0BF9F}"/>
              </a:ext>
            </a:extLst>
          </p:cNvPr>
          <p:cNvSpPr txBox="1"/>
          <p:nvPr/>
        </p:nvSpPr>
        <p:spPr>
          <a:xfrm>
            <a:off x="311951" y="6037647"/>
            <a:ext cx="768675" cy="430887"/>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C</a:t>
            </a:r>
            <a:endParaRPr lang="en-IN" sz="2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66938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81FF9-B3B5-F45C-7203-0ADFDD4FA457}"/>
              </a:ext>
            </a:extLst>
          </p:cNvPr>
          <p:cNvSpPr>
            <a:spLocks noGrp="1"/>
          </p:cNvSpPr>
          <p:nvPr>
            <p:ph type="title"/>
          </p:nvPr>
        </p:nvSpPr>
        <p:spPr>
          <a:xfrm>
            <a:off x="838200" y="365126"/>
            <a:ext cx="10515600" cy="649636"/>
          </a:xfrm>
        </p:spPr>
        <p:txBody>
          <a:bodyPr>
            <a:normAutofit/>
          </a:bodyPr>
          <a:lstStyle/>
          <a:p>
            <a:r>
              <a:rPr lang="en-IN" sz="2400" b="1" dirty="0">
                <a:latin typeface="Times New Roman" panose="02020603050405020304" pitchFamily="18" charset="0"/>
                <a:cs typeface="Times New Roman" panose="02020603050405020304" pitchFamily="18" charset="0"/>
              </a:rPr>
              <a:t>Simulation Result of 32-bit code:</a:t>
            </a:r>
          </a:p>
        </p:txBody>
      </p:sp>
      <p:pic>
        <p:nvPicPr>
          <p:cNvPr id="6" name="Content Placeholder 5">
            <a:extLst>
              <a:ext uri="{FF2B5EF4-FFF2-40B4-BE49-F238E27FC236}">
                <a16:creationId xmlns:a16="http://schemas.microsoft.com/office/drawing/2014/main" id="{A1934440-CAA0-7981-5F5D-6EA5DDF69AC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822" t="9423" r="13040" b="40049"/>
          <a:stretch/>
        </p:blipFill>
        <p:spPr>
          <a:xfrm>
            <a:off x="124522" y="1014761"/>
            <a:ext cx="11972854" cy="3858321"/>
          </a:xfrm>
        </p:spPr>
      </p:pic>
    </p:spTree>
    <p:extLst>
      <p:ext uri="{BB962C8B-B14F-4D97-AF65-F5344CB8AC3E}">
        <p14:creationId xmlns:p14="http://schemas.microsoft.com/office/powerpoint/2010/main" val="14674298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9BFCA-25C7-938B-BB4E-CE36DC8813E9}"/>
              </a:ext>
            </a:extLst>
          </p:cNvPr>
          <p:cNvSpPr>
            <a:spLocks noGrp="1"/>
          </p:cNvSpPr>
          <p:nvPr>
            <p:ph type="title"/>
          </p:nvPr>
        </p:nvSpPr>
        <p:spPr>
          <a:xfrm>
            <a:off x="838200" y="365125"/>
            <a:ext cx="10515600" cy="805753"/>
          </a:xfrm>
        </p:spPr>
        <p:txBody>
          <a:bodyPr>
            <a:normAutofit/>
          </a:bodyPr>
          <a:lstStyle/>
          <a:p>
            <a:r>
              <a:rPr lang="en-IN" sz="2400" b="1" dirty="0">
                <a:latin typeface="Times New Roman" panose="02020603050405020304" pitchFamily="18" charset="0"/>
                <a:cs typeface="Times New Roman" panose="02020603050405020304" pitchFamily="18" charset="0"/>
              </a:rPr>
              <a:t>Results: 32-Bit code </a:t>
            </a:r>
          </a:p>
        </p:txBody>
      </p:sp>
      <p:sp>
        <p:nvSpPr>
          <p:cNvPr id="3" name="Content Placeholder 2">
            <a:extLst>
              <a:ext uri="{FF2B5EF4-FFF2-40B4-BE49-F238E27FC236}">
                <a16:creationId xmlns:a16="http://schemas.microsoft.com/office/drawing/2014/main" id="{3BFF0BE1-FEB5-05C8-C46A-065224940686}"/>
              </a:ext>
            </a:extLst>
          </p:cNvPr>
          <p:cNvSpPr>
            <a:spLocks noGrp="1"/>
          </p:cNvSpPr>
          <p:nvPr>
            <p:ph idx="1"/>
          </p:nvPr>
        </p:nvSpPr>
        <p:spPr>
          <a:xfrm>
            <a:off x="838200" y="1349298"/>
            <a:ext cx="10515600" cy="4984595"/>
          </a:xfrm>
        </p:spPr>
        <p:txBody>
          <a:bodyPr>
            <a:normAutofit/>
          </a:bodyPr>
          <a:lstStyle/>
          <a:p>
            <a:pPr marL="0" indent="0">
              <a:buNone/>
            </a:pPr>
            <a:r>
              <a:rPr lang="en-IN" sz="1800" b="1" dirty="0">
                <a:latin typeface="Times New Roman" panose="02020603050405020304" pitchFamily="18" charset="0"/>
                <a:cs typeface="Times New Roman" panose="02020603050405020304" pitchFamily="18" charset="0"/>
              </a:rPr>
              <a:t>                                                                     32-bit Design Report</a:t>
            </a:r>
          </a:p>
          <a:p>
            <a:pPr marL="0" indent="0">
              <a:buNone/>
            </a:pPr>
            <a:endParaRPr lang="en-IN" sz="18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681E453-0AA1-1636-49FB-41C5EB0FDC0C}"/>
              </a:ext>
            </a:extLst>
          </p:cNvPr>
          <p:cNvPicPr>
            <a:picLocks noChangeAspect="1"/>
          </p:cNvPicPr>
          <p:nvPr/>
        </p:nvPicPr>
        <p:blipFill rotWithShape="1">
          <a:blip r:embed="rId2">
            <a:extLst>
              <a:ext uri="{28A0092B-C50C-407E-A947-70E740481C1C}">
                <a14:useLocalDpi xmlns:a14="http://schemas.microsoft.com/office/drawing/2010/main" val="0"/>
              </a:ext>
            </a:extLst>
          </a:blip>
          <a:srcRect l="40894" t="9870" r="534" b="24416"/>
          <a:stretch/>
        </p:blipFill>
        <p:spPr>
          <a:xfrm>
            <a:off x="1667728" y="1836582"/>
            <a:ext cx="8856543" cy="4508462"/>
          </a:xfrm>
          <a:prstGeom prst="rect">
            <a:avLst/>
          </a:prstGeom>
        </p:spPr>
      </p:pic>
    </p:spTree>
    <p:extLst>
      <p:ext uri="{BB962C8B-B14F-4D97-AF65-F5344CB8AC3E}">
        <p14:creationId xmlns:p14="http://schemas.microsoft.com/office/powerpoint/2010/main" val="24944722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BCC1F-7BE9-BD87-BD92-9C5970FFEBB9}"/>
              </a:ext>
            </a:extLst>
          </p:cNvPr>
          <p:cNvSpPr>
            <a:spLocks noGrp="1"/>
          </p:cNvSpPr>
          <p:nvPr>
            <p:ph type="title"/>
          </p:nvPr>
        </p:nvSpPr>
        <p:spPr>
          <a:xfrm>
            <a:off x="838200" y="365125"/>
            <a:ext cx="10515600" cy="749997"/>
          </a:xfrm>
        </p:spPr>
        <p:txBody>
          <a:bodyPr>
            <a:normAutofit/>
          </a:bodyPr>
          <a:lstStyle/>
          <a:p>
            <a:r>
              <a:rPr lang="en-US" sz="2400" b="1" dirty="0">
                <a:latin typeface="Times New Roman" panose="02020603050405020304" pitchFamily="18" charset="0"/>
                <a:cs typeface="Times New Roman" panose="02020603050405020304" pitchFamily="18" charset="0"/>
              </a:rPr>
              <a:t>Design Summary:</a:t>
            </a:r>
          </a:p>
        </p:txBody>
      </p:sp>
      <p:pic>
        <p:nvPicPr>
          <p:cNvPr id="5" name="Content Placeholder 4">
            <a:extLst>
              <a:ext uri="{FF2B5EF4-FFF2-40B4-BE49-F238E27FC236}">
                <a16:creationId xmlns:a16="http://schemas.microsoft.com/office/drawing/2014/main" id="{75986796-5E82-55E7-E1D7-5556A19B525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2247" t="9556" r="803" b="28705"/>
          <a:stretch/>
        </p:blipFill>
        <p:spPr>
          <a:xfrm>
            <a:off x="1048215" y="1326995"/>
            <a:ext cx="10443156" cy="4326673"/>
          </a:xfrm>
        </p:spPr>
      </p:pic>
    </p:spTree>
    <p:extLst>
      <p:ext uri="{BB962C8B-B14F-4D97-AF65-F5344CB8AC3E}">
        <p14:creationId xmlns:p14="http://schemas.microsoft.com/office/powerpoint/2010/main" val="30438369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96804A8-847B-56DC-F453-B4317DE92843}"/>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22819" t="8141" r="623" b="28738"/>
          <a:stretch/>
        </p:blipFill>
        <p:spPr>
          <a:xfrm>
            <a:off x="605336" y="713677"/>
            <a:ext cx="10981328" cy="5185318"/>
          </a:xfrm>
        </p:spPr>
      </p:pic>
    </p:spTree>
    <p:extLst>
      <p:ext uri="{BB962C8B-B14F-4D97-AF65-F5344CB8AC3E}">
        <p14:creationId xmlns:p14="http://schemas.microsoft.com/office/powerpoint/2010/main" val="16712048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9AE05-E785-53EA-2B18-20FA75BAB15F}"/>
              </a:ext>
            </a:extLst>
          </p:cNvPr>
          <p:cNvSpPr>
            <a:spLocks noGrp="1"/>
          </p:cNvSpPr>
          <p:nvPr>
            <p:ph type="title"/>
          </p:nvPr>
        </p:nvSpPr>
        <p:spPr>
          <a:xfrm>
            <a:off x="838200" y="365125"/>
            <a:ext cx="10515600" cy="772299"/>
          </a:xfrm>
        </p:spPr>
        <p:txBody>
          <a:bodyPr>
            <a:normAutofit/>
          </a:bodyPr>
          <a:lstStyle/>
          <a:p>
            <a:r>
              <a:rPr lang="en-US" sz="2400" b="1" dirty="0">
                <a:latin typeface="Times New Roman" panose="02020603050405020304" pitchFamily="18" charset="0"/>
                <a:cs typeface="Times New Roman" panose="02020603050405020304" pitchFamily="18" charset="0"/>
              </a:rPr>
              <a:t>Timing Details:</a:t>
            </a:r>
          </a:p>
        </p:txBody>
      </p:sp>
      <p:pic>
        <p:nvPicPr>
          <p:cNvPr id="5" name="Content Placeholder 4">
            <a:extLst>
              <a:ext uri="{FF2B5EF4-FFF2-40B4-BE49-F238E27FC236}">
                <a16:creationId xmlns:a16="http://schemas.microsoft.com/office/drawing/2014/main" id="{658C4736-7960-ED5F-6AE4-E2C11C4434C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1977" t="10146" r="915" b="27103"/>
          <a:stretch/>
        </p:blipFill>
        <p:spPr>
          <a:xfrm>
            <a:off x="1060086" y="1233289"/>
            <a:ext cx="10811546" cy="4442322"/>
          </a:xfr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71622F63-E7DD-16FA-6811-77D35D91B65E}"/>
                  </a:ext>
                </a:extLst>
              </p14:cNvPr>
              <p14:cNvContentPartPr/>
              <p14:nvPr/>
            </p14:nvContentPartPr>
            <p14:xfrm>
              <a:off x="-970569" y="3679305"/>
              <a:ext cx="360" cy="360"/>
            </p14:xfrm>
          </p:contentPart>
        </mc:Choice>
        <mc:Fallback xmlns="">
          <p:pic>
            <p:nvPicPr>
              <p:cNvPr id="10" name="Ink 9">
                <a:extLst>
                  <a:ext uri="{FF2B5EF4-FFF2-40B4-BE49-F238E27FC236}">
                    <a16:creationId xmlns:a16="http://schemas.microsoft.com/office/drawing/2014/main" id="{71622F63-E7DD-16FA-6811-77D35D91B65E}"/>
                  </a:ext>
                </a:extLst>
              </p:cNvPr>
              <p:cNvPicPr/>
              <p:nvPr/>
            </p:nvPicPr>
            <p:blipFill>
              <a:blip r:embed="rId4"/>
              <a:stretch>
                <a:fillRect/>
              </a:stretch>
            </p:blipFill>
            <p:spPr>
              <a:xfrm>
                <a:off x="-979569" y="3670305"/>
                <a:ext cx="18000" cy="18000"/>
              </a:xfrm>
              <a:prstGeom prst="rect">
                <a:avLst/>
              </a:prstGeom>
            </p:spPr>
          </p:pic>
        </mc:Fallback>
      </mc:AlternateContent>
      <p:sp>
        <p:nvSpPr>
          <p:cNvPr id="11" name="Arrow: Right 10">
            <a:extLst>
              <a:ext uri="{FF2B5EF4-FFF2-40B4-BE49-F238E27FC236}">
                <a16:creationId xmlns:a16="http://schemas.microsoft.com/office/drawing/2014/main" id="{38CC2598-ABB8-39C6-DCA7-425E68098FD9}"/>
              </a:ext>
            </a:extLst>
          </p:cNvPr>
          <p:cNvSpPr/>
          <p:nvPr/>
        </p:nvSpPr>
        <p:spPr>
          <a:xfrm flipH="1">
            <a:off x="5906428" y="2542479"/>
            <a:ext cx="379143" cy="1226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642532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8F13B-22BD-F76D-C4AA-4D8493B431CE}"/>
              </a:ext>
            </a:extLst>
          </p:cNvPr>
          <p:cNvSpPr>
            <a:spLocks noGrp="1"/>
          </p:cNvSpPr>
          <p:nvPr>
            <p:ph type="title"/>
          </p:nvPr>
        </p:nvSpPr>
        <p:spPr>
          <a:xfrm>
            <a:off x="838200" y="365125"/>
            <a:ext cx="10515600" cy="772299"/>
          </a:xfrm>
        </p:spPr>
        <p:txBody>
          <a:bodyPr>
            <a:normAutofit/>
          </a:bodyPr>
          <a:lstStyle/>
          <a:p>
            <a:r>
              <a:rPr lang="en-IN" sz="2400" b="1" dirty="0">
                <a:latin typeface="Times New Roman" panose="02020603050405020304" pitchFamily="18" charset="0"/>
                <a:cs typeface="Times New Roman" panose="02020603050405020304" pitchFamily="18" charset="0"/>
              </a:rPr>
              <a:t>Simulation Result of 64-bit code:</a:t>
            </a:r>
            <a:endParaRPr lang="en-US" sz="2400" b="1" dirty="0"/>
          </a:p>
        </p:txBody>
      </p:sp>
      <p:pic>
        <p:nvPicPr>
          <p:cNvPr id="7" name="Content Placeholder 6">
            <a:extLst>
              <a:ext uri="{FF2B5EF4-FFF2-40B4-BE49-F238E27FC236}">
                <a16:creationId xmlns:a16="http://schemas.microsoft.com/office/drawing/2014/main" id="{BCC29F3F-D64B-D72D-FE77-A8E906BA633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402" t="14184"/>
          <a:stretch/>
        </p:blipFill>
        <p:spPr>
          <a:xfrm>
            <a:off x="188624" y="1137424"/>
            <a:ext cx="11814751" cy="3325929"/>
          </a:xfrm>
        </p:spPr>
      </p:pic>
    </p:spTree>
    <p:extLst>
      <p:ext uri="{BB962C8B-B14F-4D97-AF65-F5344CB8AC3E}">
        <p14:creationId xmlns:p14="http://schemas.microsoft.com/office/powerpoint/2010/main" val="1627064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27A5A-A9BF-616E-602C-EBD2ADEF306F}"/>
              </a:ext>
            </a:extLst>
          </p:cNvPr>
          <p:cNvSpPr>
            <a:spLocks noGrp="1"/>
          </p:cNvSpPr>
          <p:nvPr>
            <p:ph type="title"/>
          </p:nvPr>
        </p:nvSpPr>
        <p:spPr>
          <a:xfrm>
            <a:off x="838200" y="309369"/>
            <a:ext cx="10515600" cy="716543"/>
          </a:xfrm>
        </p:spPr>
        <p:txBody>
          <a:bodyPr>
            <a:normAutofit/>
          </a:bodyPr>
          <a:lstStyle/>
          <a:p>
            <a:r>
              <a:rPr lang="en-US" sz="2400" b="1" dirty="0">
                <a:latin typeface="Times New Roman" panose="02020603050405020304" pitchFamily="18" charset="0"/>
                <a:cs typeface="Times New Roman" panose="02020603050405020304" pitchFamily="18" charset="0"/>
              </a:rPr>
              <a:t>Results: 64-bit code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FBFD089-3EE3-3C2F-38CF-5209C4E78CEB}"/>
                  </a:ext>
                </a:extLst>
              </p14:cNvPr>
              <p14:cNvContentPartPr/>
              <p14:nvPr/>
            </p14:nvContentPartPr>
            <p14:xfrm>
              <a:off x="3757671" y="780225"/>
              <a:ext cx="360" cy="360"/>
            </p14:xfrm>
          </p:contentPart>
        </mc:Choice>
        <mc:Fallback xmlns="">
          <p:pic>
            <p:nvPicPr>
              <p:cNvPr id="4" name="Ink 3">
                <a:extLst>
                  <a:ext uri="{FF2B5EF4-FFF2-40B4-BE49-F238E27FC236}">
                    <a16:creationId xmlns:a16="http://schemas.microsoft.com/office/drawing/2014/main" id="{BFBFD089-3EE3-3C2F-38CF-5209C4E78CEB}"/>
                  </a:ext>
                </a:extLst>
              </p:cNvPr>
              <p:cNvPicPr/>
              <p:nvPr/>
            </p:nvPicPr>
            <p:blipFill>
              <a:blip r:embed="rId3"/>
              <a:stretch>
                <a:fillRect/>
              </a:stretch>
            </p:blipFill>
            <p:spPr>
              <a:xfrm>
                <a:off x="3749031" y="77122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28C26F7C-73E1-4276-4400-469839779596}"/>
                  </a:ext>
                </a:extLst>
              </p14:cNvPr>
              <p14:cNvContentPartPr/>
              <p14:nvPr/>
            </p14:nvContentPartPr>
            <p14:xfrm>
              <a:off x="4560471" y="936105"/>
              <a:ext cx="360" cy="360"/>
            </p14:xfrm>
          </p:contentPart>
        </mc:Choice>
        <mc:Fallback xmlns="">
          <p:pic>
            <p:nvPicPr>
              <p:cNvPr id="5" name="Ink 4">
                <a:extLst>
                  <a:ext uri="{FF2B5EF4-FFF2-40B4-BE49-F238E27FC236}">
                    <a16:creationId xmlns:a16="http://schemas.microsoft.com/office/drawing/2014/main" id="{28C26F7C-73E1-4276-4400-469839779596}"/>
                  </a:ext>
                </a:extLst>
              </p:cNvPr>
              <p:cNvPicPr/>
              <p:nvPr/>
            </p:nvPicPr>
            <p:blipFill>
              <a:blip r:embed="rId3"/>
              <a:stretch>
                <a:fillRect/>
              </a:stretch>
            </p:blipFill>
            <p:spPr>
              <a:xfrm>
                <a:off x="4551831" y="92710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44499683-7720-0D92-C22B-50D164B5F6BC}"/>
                  </a:ext>
                </a:extLst>
              </p14:cNvPr>
              <p14:cNvContentPartPr/>
              <p14:nvPr/>
            </p14:nvContentPartPr>
            <p14:xfrm>
              <a:off x="4415751" y="1170465"/>
              <a:ext cx="360" cy="360"/>
            </p14:xfrm>
          </p:contentPart>
        </mc:Choice>
        <mc:Fallback xmlns="">
          <p:pic>
            <p:nvPicPr>
              <p:cNvPr id="6" name="Ink 5">
                <a:extLst>
                  <a:ext uri="{FF2B5EF4-FFF2-40B4-BE49-F238E27FC236}">
                    <a16:creationId xmlns:a16="http://schemas.microsoft.com/office/drawing/2014/main" id="{44499683-7720-0D92-C22B-50D164B5F6BC}"/>
                  </a:ext>
                </a:extLst>
              </p:cNvPr>
              <p:cNvPicPr/>
              <p:nvPr/>
            </p:nvPicPr>
            <p:blipFill>
              <a:blip r:embed="rId3"/>
              <a:stretch>
                <a:fillRect/>
              </a:stretch>
            </p:blipFill>
            <p:spPr>
              <a:xfrm>
                <a:off x="4406751" y="1161825"/>
                <a:ext cx="18000" cy="18000"/>
              </a:xfrm>
              <a:prstGeom prst="rect">
                <a:avLst/>
              </a:prstGeom>
            </p:spPr>
          </p:pic>
        </mc:Fallback>
      </mc:AlternateContent>
      <p:grpSp>
        <p:nvGrpSpPr>
          <p:cNvPr id="9" name="Group 8">
            <a:extLst>
              <a:ext uri="{FF2B5EF4-FFF2-40B4-BE49-F238E27FC236}">
                <a16:creationId xmlns:a16="http://schemas.microsoft.com/office/drawing/2014/main" id="{2AC22972-E2C7-D2A6-15B3-94FE8AF032A5}"/>
              </a:ext>
            </a:extLst>
          </p:cNvPr>
          <p:cNvGrpSpPr/>
          <p:nvPr/>
        </p:nvGrpSpPr>
        <p:grpSpPr>
          <a:xfrm>
            <a:off x="4259151" y="958785"/>
            <a:ext cx="360" cy="360"/>
            <a:chOff x="4259151" y="958785"/>
            <a:chExt cx="360" cy="360"/>
          </a:xfrm>
        </p:grpSpPr>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0862F191-3AB2-2FC3-DEAE-C9D1D4658C14}"/>
                    </a:ext>
                  </a:extLst>
                </p14:cNvPr>
                <p14:cNvContentPartPr/>
                <p14:nvPr/>
              </p14:nvContentPartPr>
              <p14:xfrm>
                <a:off x="4259151" y="958785"/>
                <a:ext cx="360" cy="360"/>
              </p14:xfrm>
            </p:contentPart>
          </mc:Choice>
          <mc:Fallback xmlns="">
            <p:pic>
              <p:nvPicPr>
                <p:cNvPr id="7" name="Ink 6">
                  <a:extLst>
                    <a:ext uri="{FF2B5EF4-FFF2-40B4-BE49-F238E27FC236}">
                      <a16:creationId xmlns:a16="http://schemas.microsoft.com/office/drawing/2014/main" id="{0862F191-3AB2-2FC3-DEAE-C9D1D4658C14}"/>
                    </a:ext>
                  </a:extLst>
                </p:cNvPr>
                <p:cNvPicPr/>
                <p:nvPr/>
              </p:nvPicPr>
              <p:blipFill>
                <a:blip r:embed="rId3"/>
                <a:stretch>
                  <a:fillRect/>
                </a:stretch>
              </p:blipFill>
              <p:spPr>
                <a:xfrm>
                  <a:off x="4250511" y="94978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C18785DF-1AA3-6938-E74F-BB8BBB70ED1F}"/>
                    </a:ext>
                  </a:extLst>
                </p14:cNvPr>
                <p14:cNvContentPartPr/>
                <p14:nvPr/>
              </p14:nvContentPartPr>
              <p14:xfrm>
                <a:off x="4259151" y="958785"/>
                <a:ext cx="360" cy="360"/>
              </p14:xfrm>
            </p:contentPart>
          </mc:Choice>
          <mc:Fallback xmlns="">
            <p:pic>
              <p:nvPicPr>
                <p:cNvPr id="8" name="Ink 7">
                  <a:extLst>
                    <a:ext uri="{FF2B5EF4-FFF2-40B4-BE49-F238E27FC236}">
                      <a16:creationId xmlns:a16="http://schemas.microsoft.com/office/drawing/2014/main" id="{C18785DF-1AA3-6938-E74F-BB8BBB70ED1F}"/>
                    </a:ext>
                  </a:extLst>
                </p:cNvPr>
                <p:cNvPicPr/>
                <p:nvPr/>
              </p:nvPicPr>
              <p:blipFill>
                <a:blip r:embed="rId3"/>
                <a:stretch>
                  <a:fillRect/>
                </a:stretch>
              </p:blipFill>
              <p:spPr>
                <a:xfrm>
                  <a:off x="4250511" y="949785"/>
                  <a:ext cx="18000" cy="18000"/>
                </a:xfrm>
                <a:prstGeom prst="rect">
                  <a:avLst/>
                </a:prstGeom>
              </p:spPr>
            </p:pic>
          </mc:Fallback>
        </mc:AlternateContent>
      </p:grpSp>
      <p:sp>
        <p:nvSpPr>
          <p:cNvPr id="13" name="Content Placeholder 12">
            <a:extLst>
              <a:ext uri="{FF2B5EF4-FFF2-40B4-BE49-F238E27FC236}">
                <a16:creationId xmlns:a16="http://schemas.microsoft.com/office/drawing/2014/main" id="{9C790BCC-6562-E921-C4AB-F0C4E51B5272}"/>
              </a:ext>
            </a:extLst>
          </p:cNvPr>
          <p:cNvSpPr>
            <a:spLocks noGrp="1"/>
          </p:cNvSpPr>
          <p:nvPr>
            <p:ph idx="1"/>
          </p:nvPr>
        </p:nvSpPr>
        <p:spPr>
          <a:xfrm>
            <a:off x="838200" y="1170466"/>
            <a:ext cx="10515600" cy="5006498"/>
          </a:xfrm>
        </p:spPr>
        <p:txBody>
          <a:bodyPr/>
          <a:lstStyle/>
          <a:p>
            <a:pPr marL="0" indent="0">
              <a:buNone/>
            </a:pPr>
            <a:r>
              <a:rPr lang="en-IN" sz="1800" b="1" dirty="0">
                <a:latin typeface="Times New Roman" panose="02020603050405020304" pitchFamily="18" charset="0"/>
                <a:cs typeface="Times New Roman" panose="02020603050405020304" pitchFamily="18" charset="0"/>
              </a:rPr>
              <a:t>                                                                     64-bit Design Report</a:t>
            </a:r>
          </a:p>
          <a:p>
            <a:endParaRPr lang="en-US" dirty="0"/>
          </a:p>
        </p:txBody>
      </p:sp>
      <p:pic>
        <p:nvPicPr>
          <p:cNvPr id="17" name="Picture 16">
            <a:extLst>
              <a:ext uri="{FF2B5EF4-FFF2-40B4-BE49-F238E27FC236}">
                <a16:creationId xmlns:a16="http://schemas.microsoft.com/office/drawing/2014/main" id="{EE0EEDD0-F124-BD54-7A25-63BCF7AD7A4C}"/>
              </a:ext>
            </a:extLst>
          </p:cNvPr>
          <p:cNvPicPr>
            <a:picLocks noChangeAspect="1"/>
          </p:cNvPicPr>
          <p:nvPr/>
        </p:nvPicPr>
        <p:blipFill rotWithShape="1">
          <a:blip r:embed="rId8">
            <a:extLst>
              <a:ext uri="{28A0092B-C50C-407E-A947-70E740481C1C}">
                <a14:useLocalDpi xmlns:a14="http://schemas.microsoft.com/office/drawing/2010/main" val="0"/>
              </a:ext>
            </a:extLst>
          </a:blip>
          <a:srcRect l="41001" t="8875" r="1226" b="46653"/>
          <a:stretch/>
        </p:blipFill>
        <p:spPr>
          <a:xfrm>
            <a:off x="1164355" y="1782441"/>
            <a:ext cx="9863290" cy="3230987"/>
          </a:xfrm>
          <a:prstGeom prst="rect">
            <a:avLst/>
          </a:prstGeom>
        </p:spPr>
      </p:pic>
    </p:spTree>
    <p:extLst>
      <p:ext uri="{BB962C8B-B14F-4D97-AF65-F5344CB8AC3E}">
        <p14:creationId xmlns:p14="http://schemas.microsoft.com/office/powerpoint/2010/main" val="37861138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9F1DF-BA39-3AFF-CBD8-F2C4BBFAB9E2}"/>
              </a:ext>
            </a:extLst>
          </p:cNvPr>
          <p:cNvSpPr>
            <a:spLocks noGrp="1"/>
          </p:cNvSpPr>
          <p:nvPr>
            <p:ph type="title"/>
          </p:nvPr>
        </p:nvSpPr>
        <p:spPr>
          <a:xfrm>
            <a:off x="838200" y="365126"/>
            <a:ext cx="10515600" cy="761148"/>
          </a:xfrm>
        </p:spPr>
        <p:txBody>
          <a:bodyPr>
            <a:normAutofit/>
          </a:bodyPr>
          <a:lstStyle/>
          <a:p>
            <a:r>
              <a:rPr lang="en-US" sz="2400" b="1" dirty="0">
                <a:latin typeface="Times New Roman" panose="02020603050405020304" pitchFamily="18" charset="0"/>
                <a:cs typeface="Times New Roman" panose="02020603050405020304" pitchFamily="18" charset="0"/>
              </a:rPr>
              <a:t>Design Summary:</a:t>
            </a:r>
            <a:endParaRPr lang="en-US" sz="2400" b="1" dirty="0"/>
          </a:p>
        </p:txBody>
      </p:sp>
      <p:pic>
        <p:nvPicPr>
          <p:cNvPr id="5" name="Content Placeholder 4">
            <a:extLst>
              <a:ext uri="{FF2B5EF4-FFF2-40B4-BE49-F238E27FC236}">
                <a16:creationId xmlns:a16="http://schemas.microsoft.com/office/drawing/2014/main" id="{5D70232B-BCE5-347B-5B6D-1F2BC85A5D8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2286" t="8244" r="1257" b="28634"/>
          <a:stretch/>
        </p:blipFill>
        <p:spPr>
          <a:xfrm>
            <a:off x="838199" y="1382750"/>
            <a:ext cx="10895435" cy="4739270"/>
          </a:xfrm>
        </p:spPr>
      </p:pic>
    </p:spTree>
    <p:extLst>
      <p:ext uri="{BB962C8B-B14F-4D97-AF65-F5344CB8AC3E}">
        <p14:creationId xmlns:p14="http://schemas.microsoft.com/office/powerpoint/2010/main" val="22497195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CF5BFEF-8030-E842-374F-6CC6A3C3D031}"/>
              </a:ext>
            </a:extLst>
          </p:cNvPr>
          <p:cNvPicPr>
            <a:picLocks noGrp="1" noChangeAspect="1"/>
          </p:cNvPicPr>
          <p:nvPr>
            <p:ph idx="4294967295"/>
          </p:nvPr>
        </p:nvPicPr>
        <p:blipFill rotWithShape="1">
          <a:blip r:embed="rId2">
            <a:extLst>
              <a:ext uri="{28A0092B-C50C-407E-A947-70E740481C1C}">
                <a14:useLocalDpi xmlns:a14="http://schemas.microsoft.com/office/drawing/2010/main" val="0"/>
              </a:ext>
            </a:extLst>
          </a:blip>
          <a:srcRect l="22658" t="8280" r="1743" b="31891"/>
          <a:stretch/>
        </p:blipFill>
        <p:spPr>
          <a:xfrm>
            <a:off x="713549" y="1187605"/>
            <a:ext cx="10764902" cy="4482790"/>
          </a:xfrm>
        </p:spPr>
      </p:pic>
    </p:spTree>
    <p:extLst>
      <p:ext uri="{BB962C8B-B14F-4D97-AF65-F5344CB8AC3E}">
        <p14:creationId xmlns:p14="http://schemas.microsoft.com/office/powerpoint/2010/main" val="39810948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0C47D-A87F-7026-4532-A19FA1602967}"/>
              </a:ext>
            </a:extLst>
          </p:cNvPr>
          <p:cNvSpPr>
            <a:spLocks noGrp="1"/>
          </p:cNvSpPr>
          <p:nvPr>
            <p:ph type="title"/>
          </p:nvPr>
        </p:nvSpPr>
        <p:spPr>
          <a:xfrm>
            <a:off x="838200" y="365125"/>
            <a:ext cx="10515600" cy="894963"/>
          </a:xfrm>
        </p:spPr>
        <p:txBody>
          <a:bodyPr>
            <a:normAutofit/>
          </a:bodyPr>
          <a:lstStyle/>
          <a:p>
            <a:r>
              <a:rPr lang="en-US" sz="2400" b="1" dirty="0">
                <a:latin typeface="Times New Roman" panose="02020603050405020304" pitchFamily="18" charset="0"/>
                <a:cs typeface="Times New Roman" panose="02020603050405020304" pitchFamily="18" charset="0"/>
              </a:rPr>
              <a:t>Timing Details:</a:t>
            </a:r>
            <a:endParaRPr lang="en-US" sz="2400" b="1" dirty="0"/>
          </a:p>
        </p:txBody>
      </p:sp>
      <p:pic>
        <p:nvPicPr>
          <p:cNvPr id="5" name="Content Placeholder 4">
            <a:extLst>
              <a:ext uri="{FF2B5EF4-FFF2-40B4-BE49-F238E27FC236}">
                <a16:creationId xmlns:a16="http://schemas.microsoft.com/office/drawing/2014/main" id="{4048A093-F5BF-0392-769C-E74FACA146A8}"/>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3520" t="9513" r="30255" b="31858"/>
          <a:stretch/>
        </p:blipFill>
        <p:spPr>
          <a:xfrm>
            <a:off x="2551814" y="1441143"/>
            <a:ext cx="7251966" cy="5051732"/>
          </a:xfrm>
        </p:spPr>
      </p:pic>
      <p:sp>
        <p:nvSpPr>
          <p:cNvPr id="6" name="Arrow: Right 5">
            <a:extLst>
              <a:ext uri="{FF2B5EF4-FFF2-40B4-BE49-F238E27FC236}">
                <a16:creationId xmlns:a16="http://schemas.microsoft.com/office/drawing/2014/main" id="{65FFE8B3-24A5-8B5B-0A6F-7B05EA0D378C}"/>
              </a:ext>
            </a:extLst>
          </p:cNvPr>
          <p:cNvSpPr/>
          <p:nvPr/>
        </p:nvSpPr>
        <p:spPr>
          <a:xfrm flipH="1">
            <a:off x="7315197" y="3429000"/>
            <a:ext cx="356840" cy="1561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Tree>
    <p:extLst>
      <p:ext uri="{BB962C8B-B14F-4D97-AF65-F5344CB8AC3E}">
        <p14:creationId xmlns:p14="http://schemas.microsoft.com/office/powerpoint/2010/main" val="25356235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44AE9-A4EB-996A-B243-928D0F414A76}"/>
              </a:ext>
            </a:extLst>
          </p:cNvPr>
          <p:cNvSpPr>
            <a:spLocks noGrp="1"/>
          </p:cNvSpPr>
          <p:nvPr>
            <p:ph type="title"/>
          </p:nvPr>
        </p:nvSpPr>
        <p:spPr/>
        <p:txBody>
          <a:bodyPr>
            <a:normAutofit/>
          </a:bodyPr>
          <a:lstStyle/>
          <a:p>
            <a:pPr algn="just"/>
            <a:r>
              <a:rPr lang="en-IN" sz="2400" b="1" dirty="0">
                <a:latin typeface="Times New Roman" panose="02020603050405020304" pitchFamily="18" charset="0"/>
                <a:cs typeface="Times New Roman" panose="02020603050405020304" pitchFamily="18" charset="0"/>
              </a:rPr>
              <a:t>Comparisons for 32-bit input code</a:t>
            </a:r>
          </a:p>
        </p:txBody>
      </p:sp>
      <p:graphicFrame>
        <p:nvGraphicFramePr>
          <p:cNvPr id="6" name="Content Placeholder 5">
            <a:extLst>
              <a:ext uri="{FF2B5EF4-FFF2-40B4-BE49-F238E27FC236}">
                <a16:creationId xmlns:a16="http://schemas.microsoft.com/office/drawing/2014/main" id="{8CA3FE0F-01E2-9297-E11A-38B6181C7053}"/>
              </a:ext>
            </a:extLst>
          </p:cNvPr>
          <p:cNvGraphicFramePr>
            <a:graphicFrameLocks noGrp="1"/>
          </p:cNvGraphicFramePr>
          <p:nvPr>
            <p:ph idx="1"/>
            <p:extLst>
              <p:ext uri="{D42A27DB-BD31-4B8C-83A1-F6EECF244321}">
                <p14:modId xmlns:p14="http://schemas.microsoft.com/office/powerpoint/2010/main" val="262365804"/>
              </p:ext>
            </p:extLst>
          </p:nvPr>
        </p:nvGraphicFramePr>
        <p:xfrm>
          <a:off x="838200" y="1869896"/>
          <a:ext cx="9261297" cy="3349375"/>
        </p:xfrm>
        <a:graphic>
          <a:graphicData uri="http://schemas.openxmlformats.org/drawingml/2006/table">
            <a:tbl>
              <a:tblPr firstRow="1" bandRow="1">
                <a:tableStyleId>{5C22544A-7EE6-4342-B048-85BDC9FD1C3A}</a:tableStyleId>
              </a:tblPr>
              <a:tblGrid>
                <a:gridCol w="3250768">
                  <a:extLst>
                    <a:ext uri="{9D8B030D-6E8A-4147-A177-3AD203B41FA5}">
                      <a16:colId xmlns:a16="http://schemas.microsoft.com/office/drawing/2014/main" val="595914728"/>
                    </a:ext>
                  </a:extLst>
                </a:gridCol>
                <a:gridCol w="2892686">
                  <a:extLst>
                    <a:ext uri="{9D8B030D-6E8A-4147-A177-3AD203B41FA5}">
                      <a16:colId xmlns:a16="http://schemas.microsoft.com/office/drawing/2014/main" val="1694331576"/>
                    </a:ext>
                  </a:extLst>
                </a:gridCol>
                <a:gridCol w="3117843">
                  <a:extLst>
                    <a:ext uri="{9D8B030D-6E8A-4147-A177-3AD203B41FA5}">
                      <a16:colId xmlns:a16="http://schemas.microsoft.com/office/drawing/2014/main" val="4213689075"/>
                    </a:ext>
                  </a:extLst>
                </a:gridCol>
              </a:tblGrid>
              <a:tr h="655877">
                <a:tc>
                  <a:txBody>
                    <a:bodyPr/>
                    <a:lstStyle/>
                    <a:p>
                      <a:pPr algn="ctr">
                        <a:spcBef>
                          <a:spcPts val="25"/>
                        </a:spcBef>
                      </a:pPr>
                      <a:r>
                        <a:rPr lang="en-IN" sz="1800" b="1" dirty="0">
                          <a:effectLst/>
                          <a:latin typeface="Times New Roman" panose="02020603050405020304" pitchFamily="18" charset="0"/>
                          <a:ea typeface="Tahoma" panose="020B0604030504040204" pitchFamily="34" charset="0"/>
                          <a:cs typeface="Times New Roman" panose="02020603050405020304" pitchFamily="18" charset="0"/>
                        </a:rPr>
                        <a:t>Methods</a:t>
                      </a:r>
                    </a:p>
                  </a:txBody>
                  <a:tcPr/>
                </a:tc>
                <a:tc>
                  <a:txBody>
                    <a:bodyPr/>
                    <a:lstStyle/>
                    <a:p>
                      <a:pPr algn="ctr">
                        <a:spcBef>
                          <a:spcPts val="25"/>
                        </a:spcBef>
                      </a:pPr>
                      <a:r>
                        <a:rPr lang="en-IN" sz="1800" b="1">
                          <a:effectLst/>
                          <a:latin typeface="Times New Roman" panose="02020603050405020304" pitchFamily="18" charset="0"/>
                          <a:ea typeface="Tahoma" panose="020B0604030504040204" pitchFamily="34" charset="0"/>
                          <a:cs typeface="Times New Roman" panose="02020603050405020304" pitchFamily="18" charset="0"/>
                        </a:rPr>
                        <a:t>Delay (ns)</a:t>
                      </a:r>
                    </a:p>
                  </a:txBody>
                  <a:tcPr/>
                </a:tc>
                <a:tc>
                  <a:txBody>
                    <a:bodyPr/>
                    <a:lstStyle/>
                    <a:p>
                      <a:pPr algn="ctr">
                        <a:spcBef>
                          <a:spcPts val="25"/>
                        </a:spcBef>
                      </a:pPr>
                      <a:r>
                        <a:rPr lang="en-IN" sz="1800" b="1">
                          <a:effectLst/>
                          <a:latin typeface="Times New Roman" panose="02020603050405020304" pitchFamily="18" charset="0"/>
                          <a:ea typeface="Tahoma" panose="020B0604030504040204" pitchFamily="34" charset="0"/>
                          <a:cs typeface="Times New Roman" panose="02020603050405020304" pitchFamily="18" charset="0"/>
                        </a:rPr>
                        <a:t>Power (mW)</a:t>
                      </a:r>
                    </a:p>
                  </a:txBody>
                  <a:tcPr/>
                </a:tc>
                <a:extLst>
                  <a:ext uri="{0D108BD9-81ED-4DB2-BD59-A6C34878D82A}">
                    <a16:rowId xmlns:a16="http://schemas.microsoft.com/office/drawing/2014/main" val="250580811"/>
                  </a:ext>
                </a:extLst>
              </a:tr>
              <a:tr h="655877">
                <a:tc>
                  <a:txBody>
                    <a:bodyPr/>
                    <a:lstStyle/>
                    <a:p>
                      <a:pPr algn="ctr">
                        <a:spcBef>
                          <a:spcPts val="25"/>
                        </a:spcBef>
                      </a:pPr>
                      <a:r>
                        <a:rPr lang="en-US" sz="1800" b="1">
                          <a:effectLst/>
                          <a:latin typeface="Times New Roman" panose="02020603050405020304" pitchFamily="18" charset="0"/>
                          <a:ea typeface="Tahoma" panose="020B0604030504040204" pitchFamily="34" charset="0"/>
                          <a:cs typeface="Times New Roman" panose="02020603050405020304" pitchFamily="18" charset="0"/>
                        </a:rPr>
                        <a:t>Reed-Muller Code </a:t>
                      </a:r>
                      <a:r>
                        <a:rPr lang="en-GB" sz="1800" b="1" baseline="30000">
                          <a:effectLst/>
                          <a:latin typeface="Times New Roman" panose="02020603050405020304" pitchFamily="18" charset="0"/>
                          <a:ea typeface="Tahoma" panose="020B0604030504040204" pitchFamily="34" charset="0"/>
                          <a:cs typeface="Times New Roman" panose="02020603050405020304" pitchFamily="18" charset="0"/>
                        </a:rPr>
                        <a:t>[1]</a:t>
                      </a:r>
                      <a:endParaRPr lang="en-IN" sz="1800" b="1">
                        <a:effectLst/>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algn="ctr">
                        <a:spcBef>
                          <a:spcPts val="25"/>
                        </a:spcBef>
                      </a:pPr>
                      <a:r>
                        <a:rPr lang="en-US" sz="1800" b="1">
                          <a:effectLst/>
                          <a:latin typeface="Times New Roman" panose="02020603050405020304" pitchFamily="18" charset="0"/>
                          <a:ea typeface="Tahoma" panose="020B0604030504040204" pitchFamily="34" charset="0"/>
                          <a:cs typeface="Times New Roman" panose="02020603050405020304" pitchFamily="18" charset="0"/>
                        </a:rPr>
                        <a:t>55ns</a:t>
                      </a:r>
                      <a:endParaRPr lang="en-IN" sz="1800" b="1">
                        <a:effectLst/>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algn="ctr">
                        <a:spcBef>
                          <a:spcPts val="25"/>
                        </a:spcBef>
                      </a:pPr>
                      <a:r>
                        <a:rPr lang="en-US" sz="1800" b="1">
                          <a:effectLst/>
                          <a:latin typeface="Times New Roman" panose="02020603050405020304" pitchFamily="18" charset="0"/>
                          <a:ea typeface="Tahoma" panose="020B0604030504040204" pitchFamily="34" charset="0"/>
                          <a:cs typeface="Times New Roman" panose="02020603050405020304" pitchFamily="18" charset="0"/>
                        </a:rPr>
                        <a:t>264.8mW</a:t>
                      </a:r>
                      <a:endParaRPr lang="en-IN" sz="1800" b="1">
                        <a:effectLst/>
                        <a:latin typeface="Times New Roman" panose="02020603050405020304" pitchFamily="18" charset="0"/>
                        <a:ea typeface="Tahoma" panose="020B0604030504040204" pitchFamily="34" charset="0"/>
                        <a:cs typeface="Times New Roman" panose="02020603050405020304" pitchFamily="18" charset="0"/>
                      </a:endParaRPr>
                    </a:p>
                  </a:txBody>
                  <a:tcPr anchor="ctr"/>
                </a:tc>
                <a:extLst>
                  <a:ext uri="{0D108BD9-81ED-4DB2-BD59-A6C34878D82A}">
                    <a16:rowId xmlns:a16="http://schemas.microsoft.com/office/drawing/2014/main" val="3384076251"/>
                  </a:ext>
                </a:extLst>
              </a:tr>
              <a:tr h="725867">
                <a:tc>
                  <a:txBody>
                    <a:bodyPr/>
                    <a:lstStyle/>
                    <a:p>
                      <a:pPr algn="ctr">
                        <a:spcBef>
                          <a:spcPts val="600"/>
                        </a:spcBef>
                      </a:pPr>
                      <a:r>
                        <a:rPr lang="en-GB" sz="1800" b="1">
                          <a:effectLst/>
                          <a:latin typeface="Times New Roman" panose="02020603050405020304" pitchFamily="18" charset="0"/>
                          <a:ea typeface="Tahoma" panose="020B0604030504040204" pitchFamily="34" charset="0"/>
                          <a:cs typeface="Times New Roman" panose="02020603050405020304" pitchFamily="18" charset="0"/>
                        </a:rPr>
                        <a:t>Bit-Manipulation Algorithm </a:t>
                      </a:r>
                      <a:r>
                        <a:rPr lang="en-GB" sz="1800" b="1" baseline="30000">
                          <a:effectLst/>
                          <a:latin typeface="Times New Roman" panose="02020603050405020304" pitchFamily="18" charset="0"/>
                          <a:ea typeface="Tahoma" panose="020B0604030504040204" pitchFamily="34" charset="0"/>
                          <a:cs typeface="Times New Roman" panose="02020603050405020304" pitchFamily="18" charset="0"/>
                        </a:rPr>
                        <a:t>[10]</a:t>
                      </a:r>
                      <a:endParaRPr lang="en-IN" sz="1800" b="1">
                        <a:effectLst/>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algn="ctr">
                        <a:spcBef>
                          <a:spcPts val="25"/>
                        </a:spcBef>
                      </a:pPr>
                      <a:r>
                        <a:rPr lang="en-GB" sz="1800" b="1">
                          <a:effectLst/>
                          <a:latin typeface="Times New Roman" panose="02020603050405020304" pitchFamily="18" charset="0"/>
                          <a:ea typeface="Tahoma" panose="020B0604030504040204" pitchFamily="34" charset="0"/>
                          <a:cs typeface="Times New Roman" panose="02020603050405020304" pitchFamily="18" charset="0"/>
                        </a:rPr>
                        <a:t>6.065ns</a:t>
                      </a:r>
                      <a:endParaRPr lang="en-IN" sz="1800" b="1">
                        <a:effectLst/>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algn="ctr">
                        <a:spcBef>
                          <a:spcPts val="25"/>
                        </a:spcBef>
                      </a:pPr>
                      <a:r>
                        <a:rPr lang="en-GB" sz="1800" b="1">
                          <a:effectLst/>
                          <a:latin typeface="Times New Roman" panose="02020603050405020304" pitchFamily="18" charset="0"/>
                          <a:ea typeface="Tahoma" panose="020B0604030504040204" pitchFamily="34" charset="0"/>
                          <a:cs typeface="Times New Roman" panose="02020603050405020304" pitchFamily="18" charset="0"/>
                        </a:rPr>
                        <a:t>327.3mW</a:t>
                      </a:r>
                      <a:endParaRPr lang="en-IN" sz="1800" b="1">
                        <a:effectLst/>
                        <a:latin typeface="Times New Roman" panose="02020603050405020304" pitchFamily="18" charset="0"/>
                        <a:ea typeface="Tahoma" panose="020B0604030504040204" pitchFamily="34" charset="0"/>
                        <a:cs typeface="Times New Roman" panose="02020603050405020304" pitchFamily="18" charset="0"/>
                      </a:endParaRPr>
                    </a:p>
                  </a:txBody>
                  <a:tcPr anchor="ctr"/>
                </a:tc>
                <a:extLst>
                  <a:ext uri="{0D108BD9-81ED-4DB2-BD59-A6C34878D82A}">
                    <a16:rowId xmlns:a16="http://schemas.microsoft.com/office/drawing/2014/main" val="2738388095"/>
                  </a:ext>
                </a:extLst>
              </a:tr>
              <a:tr h="655877">
                <a:tc>
                  <a:txBody>
                    <a:bodyPr/>
                    <a:lstStyle/>
                    <a:p>
                      <a:pPr algn="ctr">
                        <a:spcBef>
                          <a:spcPts val="25"/>
                        </a:spcBef>
                      </a:pPr>
                      <a:r>
                        <a:rPr lang="en-US" sz="1800" b="1">
                          <a:effectLst/>
                          <a:latin typeface="Times New Roman" panose="02020603050405020304" pitchFamily="18" charset="0"/>
                          <a:ea typeface="Tahoma" panose="020B0604030504040204" pitchFamily="34" charset="0"/>
                          <a:cs typeface="Times New Roman" panose="02020603050405020304" pitchFamily="18" charset="0"/>
                        </a:rPr>
                        <a:t>Decimal Matrix Code </a:t>
                      </a:r>
                      <a:r>
                        <a:rPr lang="en-GB" sz="1800" b="1" baseline="30000">
                          <a:effectLst/>
                          <a:latin typeface="Times New Roman" panose="02020603050405020304" pitchFamily="18" charset="0"/>
                          <a:ea typeface="Tahoma" panose="020B0604030504040204" pitchFamily="34" charset="0"/>
                          <a:cs typeface="Times New Roman" panose="02020603050405020304" pitchFamily="18" charset="0"/>
                        </a:rPr>
                        <a:t>[9]</a:t>
                      </a:r>
                      <a:endParaRPr lang="en-IN" sz="1800" b="1">
                        <a:effectLst/>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algn="ctr">
                        <a:spcBef>
                          <a:spcPts val="25"/>
                        </a:spcBef>
                      </a:pPr>
                      <a:r>
                        <a:rPr lang="en-US" sz="1800" b="1">
                          <a:effectLst/>
                          <a:latin typeface="Times New Roman" panose="02020603050405020304" pitchFamily="18" charset="0"/>
                          <a:ea typeface="Tahoma" panose="020B0604030504040204" pitchFamily="34" charset="0"/>
                          <a:cs typeface="Times New Roman" panose="02020603050405020304" pitchFamily="18" charset="0"/>
                        </a:rPr>
                        <a:t>17.587ns</a:t>
                      </a:r>
                      <a:endParaRPr lang="en-IN" sz="1800" b="1">
                        <a:effectLst/>
                        <a:latin typeface="Times New Roman" panose="02020603050405020304" pitchFamily="18" charset="0"/>
                        <a:ea typeface="Tahoma" panose="020B0604030504040204" pitchFamily="34" charset="0"/>
                        <a:cs typeface="Times New Roman" panose="02020603050405020304" pitchFamily="18" charset="0"/>
                      </a:endParaRPr>
                    </a:p>
                  </a:txBody>
                  <a:tcPr anchor="ctr"/>
                </a:tc>
                <a:tc>
                  <a:txBody>
                    <a:bodyPr/>
                    <a:lstStyle/>
                    <a:p>
                      <a:pPr algn="ctr">
                        <a:spcBef>
                          <a:spcPts val="25"/>
                        </a:spcBef>
                      </a:pPr>
                      <a:r>
                        <a:rPr lang="en-US" sz="1800" b="1">
                          <a:effectLst/>
                          <a:latin typeface="Times New Roman" panose="02020603050405020304" pitchFamily="18" charset="0"/>
                          <a:ea typeface="Tahoma" panose="020B0604030504040204" pitchFamily="34" charset="0"/>
                          <a:cs typeface="Times New Roman" panose="02020603050405020304" pitchFamily="18" charset="0"/>
                        </a:rPr>
                        <a:t>121mW</a:t>
                      </a:r>
                      <a:endParaRPr lang="en-IN" sz="1800" b="1">
                        <a:effectLst/>
                        <a:latin typeface="Times New Roman" panose="02020603050405020304" pitchFamily="18" charset="0"/>
                        <a:ea typeface="Tahoma" panose="020B0604030504040204" pitchFamily="34" charset="0"/>
                        <a:cs typeface="Times New Roman" panose="02020603050405020304" pitchFamily="18" charset="0"/>
                      </a:endParaRPr>
                    </a:p>
                  </a:txBody>
                  <a:tcPr anchor="ctr"/>
                </a:tc>
                <a:extLst>
                  <a:ext uri="{0D108BD9-81ED-4DB2-BD59-A6C34878D82A}">
                    <a16:rowId xmlns:a16="http://schemas.microsoft.com/office/drawing/2014/main" val="604266503"/>
                  </a:ext>
                </a:extLst>
              </a:tr>
              <a:tr h="655877">
                <a:tc>
                  <a:txBody>
                    <a:bodyPr/>
                    <a:lstStyle/>
                    <a:p>
                      <a:pPr algn="ctr">
                        <a:spcBef>
                          <a:spcPts val="25"/>
                        </a:spcBef>
                      </a:pPr>
                      <a:r>
                        <a:rPr lang="en-IN" sz="1800" b="1">
                          <a:effectLst/>
                          <a:latin typeface="Times New Roman" panose="02020603050405020304" pitchFamily="18" charset="0"/>
                          <a:ea typeface="Tahoma" panose="020B0604030504040204" pitchFamily="34" charset="0"/>
                          <a:cs typeface="Times New Roman" panose="02020603050405020304" pitchFamily="18" charset="0"/>
                        </a:rPr>
                        <a:t>IRMC (proposed)</a:t>
                      </a:r>
                    </a:p>
                  </a:txBody>
                  <a:tcPr anchor="ctr"/>
                </a:tc>
                <a:tc>
                  <a:txBody>
                    <a:bodyPr/>
                    <a:lstStyle/>
                    <a:p>
                      <a:pPr algn="ctr">
                        <a:spcBef>
                          <a:spcPts val="25"/>
                        </a:spcBef>
                      </a:pPr>
                      <a:r>
                        <a:rPr lang="en-IN" sz="1800" b="1">
                          <a:effectLst/>
                          <a:latin typeface="Times New Roman" panose="02020603050405020304" pitchFamily="18" charset="0"/>
                          <a:ea typeface="Tahoma" panose="020B0604030504040204" pitchFamily="34" charset="0"/>
                          <a:cs typeface="Times New Roman" panose="02020603050405020304" pitchFamily="18" charset="0"/>
                        </a:rPr>
                        <a:t>5.937ns</a:t>
                      </a:r>
                    </a:p>
                  </a:txBody>
                  <a:tcPr anchor="ctr"/>
                </a:tc>
                <a:tc>
                  <a:txBody>
                    <a:bodyPr/>
                    <a:lstStyle/>
                    <a:p>
                      <a:pPr algn="ctr">
                        <a:spcBef>
                          <a:spcPts val="25"/>
                        </a:spcBef>
                      </a:pPr>
                      <a:r>
                        <a:rPr lang="en-IN" sz="1800" b="1" dirty="0">
                          <a:effectLst/>
                          <a:latin typeface="Times New Roman" panose="02020603050405020304" pitchFamily="18" charset="0"/>
                          <a:ea typeface="Tahoma" panose="020B0604030504040204" pitchFamily="34" charset="0"/>
                          <a:cs typeface="Times New Roman" panose="02020603050405020304" pitchFamily="18" charset="0"/>
                        </a:rPr>
                        <a:t>38.903mW</a:t>
                      </a:r>
                    </a:p>
                  </a:txBody>
                  <a:tcPr anchor="ctr"/>
                </a:tc>
                <a:extLst>
                  <a:ext uri="{0D108BD9-81ED-4DB2-BD59-A6C34878D82A}">
                    <a16:rowId xmlns:a16="http://schemas.microsoft.com/office/drawing/2014/main" val="591299280"/>
                  </a:ext>
                </a:extLst>
              </a:tr>
            </a:tbl>
          </a:graphicData>
        </a:graphic>
      </p:graphicFrame>
    </p:spTree>
    <p:extLst>
      <p:ext uri="{BB962C8B-B14F-4D97-AF65-F5344CB8AC3E}">
        <p14:creationId xmlns:p14="http://schemas.microsoft.com/office/powerpoint/2010/main" val="236183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B29B9-BB51-D1D0-49A2-4B385ECA607F}"/>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Graphical Representation of comparison (32-bit)</a:t>
            </a:r>
          </a:p>
        </p:txBody>
      </p:sp>
      <p:graphicFrame>
        <p:nvGraphicFramePr>
          <p:cNvPr id="5" name="Chart 4">
            <a:extLst>
              <a:ext uri="{FF2B5EF4-FFF2-40B4-BE49-F238E27FC236}">
                <a16:creationId xmlns:a16="http://schemas.microsoft.com/office/drawing/2014/main" id="{32DB2879-163E-C9F7-D20C-0F80F708B630}"/>
              </a:ext>
            </a:extLst>
          </p:cNvPr>
          <p:cNvGraphicFramePr/>
          <p:nvPr>
            <p:extLst>
              <p:ext uri="{D42A27DB-BD31-4B8C-83A1-F6EECF244321}">
                <p14:modId xmlns:p14="http://schemas.microsoft.com/office/powerpoint/2010/main" val="2876526527"/>
              </p:ext>
            </p:extLst>
          </p:nvPr>
        </p:nvGraphicFramePr>
        <p:xfrm>
          <a:off x="722544" y="1825624"/>
          <a:ext cx="5483047" cy="369927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F36F4555-C6B8-CB8D-DE51-DFE8AB314CA9}"/>
              </a:ext>
            </a:extLst>
          </p:cNvPr>
          <p:cNvGraphicFramePr/>
          <p:nvPr>
            <p:extLst>
              <p:ext uri="{D42A27DB-BD31-4B8C-83A1-F6EECF244321}">
                <p14:modId xmlns:p14="http://schemas.microsoft.com/office/powerpoint/2010/main" val="4238404063"/>
              </p:ext>
            </p:extLst>
          </p:nvPr>
        </p:nvGraphicFramePr>
        <p:xfrm>
          <a:off x="6328880" y="1825624"/>
          <a:ext cx="5483047" cy="369927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274572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4A722-59DC-E178-29C7-EA19BB86E41B}"/>
              </a:ext>
            </a:extLst>
          </p:cNvPr>
          <p:cNvSpPr>
            <a:spLocks noGrp="1"/>
          </p:cNvSpPr>
          <p:nvPr>
            <p:ph type="title"/>
          </p:nvPr>
        </p:nvSpPr>
        <p:spPr/>
        <p:txBody>
          <a:bodyPr>
            <a:normAutofit/>
          </a:bodyPr>
          <a:lstStyle/>
          <a:p>
            <a:r>
              <a:rPr lang="en-IN" sz="2400" b="1" dirty="0">
                <a:latin typeface="Times New Roman" panose="02020603050405020304" pitchFamily="18" charset="0"/>
                <a:cs typeface="Times New Roman" panose="02020603050405020304" pitchFamily="18" charset="0"/>
              </a:rPr>
              <a:t>Comparisons for 64-bit input code</a:t>
            </a:r>
            <a:endParaRPr lang="en-IN" sz="2400" dirty="0"/>
          </a:p>
        </p:txBody>
      </p:sp>
      <p:graphicFrame>
        <p:nvGraphicFramePr>
          <p:cNvPr id="4" name="Table 4">
            <a:extLst>
              <a:ext uri="{FF2B5EF4-FFF2-40B4-BE49-F238E27FC236}">
                <a16:creationId xmlns:a16="http://schemas.microsoft.com/office/drawing/2014/main" id="{C30B73DE-C8B4-3BBC-29D6-AFF0647DF947}"/>
              </a:ext>
            </a:extLst>
          </p:cNvPr>
          <p:cNvGraphicFramePr>
            <a:graphicFrameLocks noGrp="1"/>
          </p:cNvGraphicFramePr>
          <p:nvPr>
            <p:ph idx="1"/>
            <p:extLst>
              <p:ext uri="{D42A27DB-BD31-4B8C-83A1-F6EECF244321}">
                <p14:modId xmlns:p14="http://schemas.microsoft.com/office/powerpoint/2010/main" val="528284395"/>
              </p:ext>
            </p:extLst>
          </p:nvPr>
        </p:nvGraphicFramePr>
        <p:xfrm>
          <a:off x="838200" y="1825624"/>
          <a:ext cx="10515600" cy="2623084"/>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044626655"/>
                    </a:ext>
                  </a:extLst>
                </a:gridCol>
                <a:gridCol w="3505200">
                  <a:extLst>
                    <a:ext uri="{9D8B030D-6E8A-4147-A177-3AD203B41FA5}">
                      <a16:colId xmlns:a16="http://schemas.microsoft.com/office/drawing/2014/main" val="2846204202"/>
                    </a:ext>
                  </a:extLst>
                </a:gridCol>
                <a:gridCol w="3505200">
                  <a:extLst>
                    <a:ext uri="{9D8B030D-6E8A-4147-A177-3AD203B41FA5}">
                      <a16:colId xmlns:a16="http://schemas.microsoft.com/office/drawing/2014/main" val="1138897303"/>
                    </a:ext>
                  </a:extLst>
                </a:gridCol>
              </a:tblGrid>
              <a:tr h="655771">
                <a:tc>
                  <a:txBody>
                    <a:bodyPr/>
                    <a:lstStyle/>
                    <a:p>
                      <a:pPr algn="ctr"/>
                      <a:r>
                        <a:rPr lang="en-GB" dirty="0">
                          <a:latin typeface="Times New Roman" panose="02020603050405020304" pitchFamily="18" charset="0"/>
                          <a:cs typeface="Times New Roman" panose="02020603050405020304" pitchFamily="18" charset="0"/>
                        </a:rPr>
                        <a:t>Methods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GB" dirty="0">
                          <a:latin typeface="Times New Roman" panose="02020603050405020304" pitchFamily="18" charset="0"/>
                          <a:cs typeface="Times New Roman" panose="02020603050405020304" pitchFamily="18" charset="0"/>
                        </a:rPr>
                        <a:t>Power ( in Watt or </a:t>
                      </a:r>
                      <a:r>
                        <a:rPr lang="en-GB" dirty="0" err="1">
                          <a:latin typeface="Times New Roman" panose="02020603050405020304" pitchFamily="18" charset="0"/>
                          <a:cs typeface="Times New Roman" panose="02020603050405020304" pitchFamily="18" charset="0"/>
                        </a:rPr>
                        <a:t>milliWatt</a:t>
                      </a:r>
                      <a:r>
                        <a:rPr lang="en-GB"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GB" dirty="0">
                          <a:latin typeface="Times New Roman" panose="02020603050405020304" pitchFamily="18" charset="0"/>
                          <a:cs typeface="Times New Roman" panose="02020603050405020304" pitchFamily="18" charset="0"/>
                        </a:rPr>
                        <a:t>Delay (nano seconds)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44976588"/>
                  </a:ext>
                </a:extLst>
              </a:tr>
              <a:tr h="655771">
                <a:tc>
                  <a:txBody>
                    <a:bodyPr/>
                    <a:lstStyle/>
                    <a:p>
                      <a:pPr algn="ctr"/>
                      <a:r>
                        <a:rPr lang="en-GB" b="1" dirty="0">
                          <a:solidFill>
                            <a:schemeClr val="tx1"/>
                          </a:solidFill>
                          <a:latin typeface="Times New Roman" panose="02020603050405020304" pitchFamily="18" charset="0"/>
                          <a:cs typeface="Times New Roman" panose="02020603050405020304" pitchFamily="18" charset="0"/>
                        </a:rPr>
                        <a:t>Decimal Matrix Code Algorithm</a:t>
                      </a:r>
                      <a:r>
                        <a:rPr lang="en-GB" b="1" baseline="30000" dirty="0">
                          <a:solidFill>
                            <a:schemeClr val="tx1"/>
                          </a:solidFill>
                          <a:latin typeface="Times New Roman" panose="02020603050405020304" pitchFamily="18" charset="0"/>
                          <a:cs typeface="Times New Roman" panose="02020603050405020304" pitchFamily="18" charset="0"/>
                        </a:rPr>
                        <a:t>[10]</a:t>
                      </a:r>
                      <a:endParaRPr lang="en-IN" b="1"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GB" b="0" dirty="0">
                          <a:solidFill>
                            <a:schemeClr val="tx1"/>
                          </a:solidFill>
                          <a:latin typeface="Times New Roman" panose="02020603050405020304" pitchFamily="18" charset="0"/>
                          <a:cs typeface="Times New Roman" panose="02020603050405020304" pitchFamily="18" charset="0"/>
                        </a:rPr>
                        <a:t>330.8mW</a:t>
                      </a:r>
                      <a:endParaRPr lang="en-IN"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GB" dirty="0">
                          <a:latin typeface="Times New Roman" panose="02020603050405020304" pitchFamily="18" charset="0"/>
                          <a:cs typeface="Times New Roman" panose="02020603050405020304" pitchFamily="18" charset="0"/>
                        </a:rPr>
                        <a:t>8.492ns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39429579"/>
                  </a:ext>
                </a:extLst>
              </a:tr>
              <a:tr h="655771">
                <a:tc>
                  <a:txBody>
                    <a:bodyPr/>
                    <a:lstStyle/>
                    <a:p>
                      <a:pPr algn="ctr"/>
                      <a:r>
                        <a:rPr lang="en-GB" b="1" dirty="0">
                          <a:solidFill>
                            <a:schemeClr val="tx1"/>
                          </a:solidFill>
                          <a:latin typeface="Times New Roman" panose="02020603050405020304" pitchFamily="18" charset="0"/>
                          <a:cs typeface="Times New Roman" panose="02020603050405020304" pitchFamily="18" charset="0"/>
                        </a:rPr>
                        <a:t>Bit Manipulation Algorithm</a:t>
                      </a:r>
                      <a:r>
                        <a:rPr lang="en-GB" b="1" baseline="30000" dirty="0">
                          <a:solidFill>
                            <a:schemeClr val="tx1"/>
                          </a:solidFill>
                          <a:latin typeface="Times New Roman" panose="02020603050405020304" pitchFamily="18" charset="0"/>
                          <a:cs typeface="Times New Roman" panose="02020603050405020304" pitchFamily="18" charset="0"/>
                        </a:rPr>
                        <a:t>[10]</a:t>
                      </a:r>
                      <a:endParaRPr lang="en-IN" b="1"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GB" b="0" dirty="0">
                          <a:solidFill>
                            <a:schemeClr val="tx1"/>
                          </a:solidFill>
                          <a:latin typeface="Times New Roman" panose="02020603050405020304" pitchFamily="18" charset="0"/>
                          <a:cs typeface="Times New Roman" panose="02020603050405020304" pitchFamily="18" charset="0"/>
                        </a:rPr>
                        <a:t>330.7mW</a:t>
                      </a:r>
                      <a:endParaRPr lang="en-IN"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GB" dirty="0">
                          <a:latin typeface="Times New Roman" panose="02020603050405020304" pitchFamily="18" charset="0"/>
                          <a:cs typeface="Times New Roman" panose="02020603050405020304" pitchFamily="18" charset="0"/>
                        </a:rPr>
                        <a:t>5.699ns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86133421"/>
                  </a:ext>
                </a:extLst>
              </a:tr>
              <a:tr h="655771">
                <a:tc>
                  <a:txBody>
                    <a:bodyPr/>
                    <a:lstStyle/>
                    <a:p>
                      <a:pPr algn="ctr"/>
                      <a:r>
                        <a:rPr lang="en-GB" b="1" dirty="0">
                          <a:solidFill>
                            <a:schemeClr val="tx1"/>
                          </a:solidFill>
                          <a:latin typeface="Times New Roman" panose="02020603050405020304" pitchFamily="18" charset="0"/>
                          <a:cs typeface="Times New Roman" panose="02020603050405020304" pitchFamily="18" charset="0"/>
                        </a:rPr>
                        <a:t>IRMC (proposed)</a:t>
                      </a:r>
                      <a:endParaRPr lang="en-IN" b="1"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GB" b="0" dirty="0">
                          <a:solidFill>
                            <a:schemeClr val="tx1"/>
                          </a:solidFill>
                          <a:latin typeface="Times New Roman" panose="02020603050405020304" pitchFamily="18" charset="0"/>
                          <a:cs typeface="Times New Roman" panose="02020603050405020304" pitchFamily="18" charset="0"/>
                        </a:rPr>
                        <a:t>68.7mW</a:t>
                      </a:r>
                      <a:endParaRPr lang="en-IN"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r>
                        <a:rPr lang="en-GB" dirty="0">
                          <a:latin typeface="Times New Roman" panose="02020603050405020304" pitchFamily="18" charset="0"/>
                          <a:cs typeface="Times New Roman" panose="02020603050405020304" pitchFamily="18" charset="0"/>
                        </a:rPr>
                        <a:t>5.537ns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18310314"/>
                  </a:ext>
                </a:extLst>
              </a:tr>
            </a:tbl>
          </a:graphicData>
        </a:graphic>
      </p:graphicFrame>
    </p:spTree>
    <p:extLst>
      <p:ext uri="{BB962C8B-B14F-4D97-AF65-F5344CB8AC3E}">
        <p14:creationId xmlns:p14="http://schemas.microsoft.com/office/powerpoint/2010/main" val="33721185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8788D-D29C-B27A-0AE7-8455CFA0D707}"/>
              </a:ext>
            </a:extLst>
          </p:cNvPr>
          <p:cNvSpPr>
            <a:spLocks noGrp="1"/>
          </p:cNvSpPr>
          <p:nvPr>
            <p:ph type="title"/>
          </p:nvPr>
        </p:nvSpPr>
        <p:spPr>
          <a:xfrm>
            <a:off x="838200" y="365125"/>
            <a:ext cx="10515600" cy="1325563"/>
          </a:xfrm>
        </p:spPr>
        <p:txBody>
          <a:bodyPr>
            <a:normAutofit/>
          </a:bodyPr>
          <a:lstStyle/>
          <a:p>
            <a:r>
              <a:rPr lang="en-IN" sz="2400" b="1" dirty="0">
                <a:latin typeface="Times New Roman" panose="02020603050405020304" pitchFamily="18" charset="0"/>
                <a:cs typeface="Times New Roman" panose="02020603050405020304" pitchFamily="18" charset="0"/>
              </a:rPr>
              <a:t>Graphical Representation of comparison (64-bit)</a:t>
            </a:r>
            <a:endParaRPr lang="en-IN" sz="2400" dirty="0">
              <a:latin typeface="Times New Roman" panose="02020603050405020304" pitchFamily="18"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C3CCFF65-526D-D6D8-C87A-658AC167E003}"/>
              </a:ext>
            </a:extLst>
          </p:cNvPr>
          <p:cNvGraphicFramePr>
            <a:graphicFrameLocks noGrp="1"/>
          </p:cNvGraphicFramePr>
          <p:nvPr>
            <p:ph idx="1"/>
            <p:extLst>
              <p:ext uri="{D42A27DB-BD31-4B8C-83A1-F6EECF244321}">
                <p14:modId xmlns:p14="http://schemas.microsoft.com/office/powerpoint/2010/main" val="4174161352"/>
              </p:ext>
            </p:extLst>
          </p:nvPr>
        </p:nvGraphicFramePr>
        <p:xfrm>
          <a:off x="838200" y="1815351"/>
          <a:ext cx="4463265" cy="454435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8B4F7826-A36C-D620-DF96-94ABD2001908}"/>
              </a:ext>
            </a:extLst>
          </p:cNvPr>
          <p:cNvGraphicFramePr/>
          <p:nvPr>
            <p:extLst>
              <p:ext uri="{D42A27DB-BD31-4B8C-83A1-F6EECF244321}">
                <p14:modId xmlns:p14="http://schemas.microsoft.com/office/powerpoint/2010/main" val="3658723329"/>
              </p:ext>
            </p:extLst>
          </p:nvPr>
        </p:nvGraphicFramePr>
        <p:xfrm>
          <a:off x="6095999" y="1825623"/>
          <a:ext cx="4809423" cy="454435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8919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61632-DFB1-AB1A-2420-5E0C2B64A957}"/>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Conclusion and Future Scope</a:t>
            </a:r>
          </a:p>
        </p:txBody>
      </p:sp>
      <p:sp>
        <p:nvSpPr>
          <p:cNvPr id="3" name="Content Placeholder 2">
            <a:extLst>
              <a:ext uri="{FF2B5EF4-FFF2-40B4-BE49-F238E27FC236}">
                <a16:creationId xmlns:a16="http://schemas.microsoft.com/office/drawing/2014/main" id="{D6EE09D0-9687-9F0B-4424-9967B0AFD580}"/>
              </a:ext>
            </a:extLst>
          </p:cNvPr>
          <p:cNvSpPr>
            <a:spLocks noGrp="1"/>
          </p:cNvSpPr>
          <p:nvPr>
            <p:ph idx="1"/>
          </p:nvPr>
        </p:nvSpPr>
        <p:spPr>
          <a:xfrm>
            <a:off x="838200" y="1690688"/>
            <a:ext cx="10515600" cy="4486275"/>
          </a:xfrm>
        </p:spPr>
        <p:txBody>
          <a:bodyPr>
            <a:normAutofit/>
          </a:bodyPr>
          <a:lstStyle/>
          <a:p>
            <a:pPr algn="just"/>
            <a:r>
              <a:rPr lang="en-US" sz="2000" dirty="0">
                <a:latin typeface="Times New Roman" panose="02020603050405020304" pitchFamily="18" charset="0"/>
                <a:cs typeface="Times New Roman" panose="02020603050405020304" pitchFamily="18" charset="0"/>
              </a:rPr>
              <a:t>This project proposes with Data Segmentation Section Code which is an error detection and correction code for memory devices exposed to MCUs. By using this code on parity code and enclosed to handle more Multiple Cell Upsets.</a:t>
            </a:r>
          </a:p>
          <a:p>
            <a:pPr algn="just"/>
            <a:r>
              <a:rPr lang="en-US" sz="2000" dirty="0">
                <a:latin typeface="Times New Roman" panose="02020603050405020304" pitchFamily="18" charset="0"/>
                <a:cs typeface="Times New Roman" panose="02020603050405020304" pitchFamily="18" charset="0"/>
              </a:rPr>
              <a:t>The ECCs Matrix brought advantages in error coverage it increased heavily the cost of both codes when compared with Data Segment Section Code.</a:t>
            </a:r>
          </a:p>
          <a:p>
            <a:pPr algn="just"/>
            <a:r>
              <a:rPr lang="en-US" sz="2000" dirty="0">
                <a:latin typeface="Times New Roman" panose="02020603050405020304" pitchFamily="18" charset="0"/>
                <a:cs typeface="Times New Roman" panose="02020603050405020304" pitchFamily="18" charset="0"/>
              </a:rPr>
              <a:t>This work used a Matrix code to protect SRAM-based memories against multiple-bit upsets. Further, the Improved Redundant Matrix Code (IRMC) is used to detect and correct errors in memory devices.</a:t>
            </a:r>
          </a:p>
          <a:p>
            <a:pPr algn="just"/>
            <a:r>
              <a:rPr lang="en-US" sz="2000" dirty="0">
                <a:latin typeface="Times New Roman" panose="02020603050405020304" pitchFamily="18" charset="0"/>
                <a:cs typeface="Times New Roman" panose="02020603050405020304" pitchFamily="18" charset="0"/>
              </a:rPr>
              <a:t>The rate of error detection and correction of IRMC is compared to another correction code, as well as their area, power, and delay overheads, and the outcomes exhibited that the IRMC has high unwavering quality and high adjustment effectiveness for MCUs lined up with the low area, postponement, and power overhead than the other assessed codes.</a:t>
            </a:r>
          </a:p>
        </p:txBody>
      </p:sp>
    </p:spTree>
    <p:extLst>
      <p:ext uri="{BB962C8B-B14F-4D97-AF65-F5344CB8AC3E}">
        <p14:creationId xmlns:p14="http://schemas.microsoft.com/office/powerpoint/2010/main" val="16147698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2426E-C52D-53B6-E9E5-4BD64DF2FEE2}"/>
              </a:ext>
            </a:extLst>
          </p:cNvPr>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B1A05124-2007-234B-0802-1694881EFEEC}"/>
              </a:ext>
            </a:extLst>
          </p:cNvPr>
          <p:cNvSpPr>
            <a:spLocks noGrp="1"/>
          </p:cNvSpPr>
          <p:nvPr>
            <p:ph idx="1"/>
          </p:nvPr>
        </p:nvSpPr>
        <p:spPr>
          <a:xfrm>
            <a:off x="838200" y="1423447"/>
            <a:ext cx="9942095" cy="4813724"/>
          </a:xfrm>
        </p:spPr>
        <p:txBody>
          <a:bodyPr>
            <a:noAutofit/>
          </a:bodyPr>
          <a:lstStyle/>
          <a:p>
            <a:pPr marL="0" indent="0" algn="just">
              <a:buNone/>
            </a:pPr>
            <a:r>
              <a:rPr lang="en-US" sz="1400" dirty="0">
                <a:latin typeface="Times New Roman" panose="02020603050405020304" pitchFamily="18" charset="0"/>
                <a:cs typeface="Times New Roman" panose="02020603050405020304" pitchFamily="18" charset="0"/>
              </a:rPr>
              <a:t>[1] M. Priya and M. M. Vijay, "Error Detection and Correction for SRAM Systems Using Improved Redundant Matrix Code," 2019 International Conference on Recent Advances in Energy-efficient Computing and Communication (ICRAECC), Nagercoil, India, 2019, pp. 1-8,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10.1109/ICRAECC43874.2019.8995121. </a:t>
            </a:r>
          </a:p>
          <a:p>
            <a:pPr marL="0" indent="0" algn="just">
              <a:buNone/>
            </a:pPr>
            <a:r>
              <a:rPr lang="en-US" sz="1400" dirty="0">
                <a:latin typeface="Times New Roman" panose="02020603050405020304" pitchFamily="18" charset="0"/>
                <a:cs typeface="Times New Roman" panose="02020603050405020304" pitchFamily="18" charset="0"/>
              </a:rPr>
              <a:t>[2] R. </a:t>
            </a:r>
            <a:r>
              <a:rPr lang="en-US" sz="1400" dirty="0" err="1">
                <a:latin typeface="Times New Roman" panose="02020603050405020304" pitchFamily="18" charset="0"/>
                <a:cs typeface="Times New Roman" panose="02020603050405020304" pitchFamily="18" charset="0"/>
              </a:rPr>
              <a:t>Jenila</a:t>
            </a:r>
            <a:r>
              <a:rPr lang="en-US" sz="1400" dirty="0">
                <a:latin typeface="Times New Roman" panose="02020603050405020304" pitchFamily="18" charset="0"/>
                <a:cs typeface="Times New Roman" panose="02020603050405020304" pitchFamily="18" charset="0"/>
              </a:rPr>
              <a:t>, C. </a:t>
            </a:r>
            <a:r>
              <a:rPr lang="en-US" sz="1400" dirty="0" err="1">
                <a:latin typeface="Times New Roman" panose="02020603050405020304" pitchFamily="18" charset="0"/>
                <a:cs typeface="Times New Roman" panose="02020603050405020304" pitchFamily="18" charset="0"/>
              </a:rPr>
              <a:t>Supraja</a:t>
            </a:r>
            <a:r>
              <a:rPr lang="en-US" sz="1400" dirty="0">
                <a:latin typeface="Times New Roman" panose="02020603050405020304" pitchFamily="18" charset="0"/>
                <a:cs typeface="Times New Roman" panose="02020603050405020304" pitchFamily="18" charset="0"/>
              </a:rPr>
              <a:t>, C. K. Pappa and N. Dharani, "VLSI Implementation of Error Detection and Correction Codes for Space Engineering," 2021 Third International Conference on Intelligent Communication Technologies and Virtual Mobile Networks (ICICV), Tirunelveli, India, 2021, pp. 569-573,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10.1109/ICICV50876.2021.9388477.</a:t>
            </a:r>
          </a:p>
          <a:p>
            <a:pPr marL="0" indent="0" algn="just">
              <a:buNone/>
            </a:pPr>
            <a:r>
              <a:rPr lang="en-US" sz="1400" dirty="0">
                <a:latin typeface="Times New Roman" panose="02020603050405020304" pitchFamily="18" charset="0"/>
                <a:cs typeface="Times New Roman" panose="02020603050405020304" pitchFamily="18" charset="0"/>
              </a:rPr>
              <a:t>[3] B. Liu, "Error-detecting/correcting-code-based self-checked/corrected/timed circuits," 2010 NASA/ESA Conference on Adaptive Hardware and Systems, Anaheim, CA, USA, 2010, pp. 66-72,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10.1109/AHS.2010.5546217.[5] Helia Naeimi and André DeHon (2009) ‘Fault Secure Encoder and Decoder for Nano Memory Applications’, IEEE Transactions on Very Large-Scale Integration (VLSI) Systems, Vol.17, No.4, pp. 473-486. </a:t>
            </a:r>
          </a:p>
          <a:p>
            <a:pPr marL="0" indent="0" algn="just">
              <a:buNone/>
            </a:pPr>
            <a:r>
              <a:rPr lang="en-US" sz="1400" dirty="0">
                <a:latin typeface="Times New Roman" panose="02020603050405020304" pitchFamily="18" charset="0"/>
                <a:cs typeface="Times New Roman" panose="02020603050405020304" pitchFamily="18" charset="0"/>
              </a:rPr>
              <a:t>[4] K. Kaviya Priya, Mr. M. </a:t>
            </a:r>
            <a:r>
              <a:rPr lang="en-US" sz="1400" dirty="0" err="1">
                <a:latin typeface="Times New Roman" panose="02020603050405020304" pitchFamily="18" charset="0"/>
                <a:cs typeface="Times New Roman" panose="02020603050405020304" pitchFamily="18" charset="0"/>
              </a:rPr>
              <a:t>Palaniappan</a:t>
            </a:r>
            <a:r>
              <a:rPr lang="en-US" sz="1400" dirty="0">
                <a:latin typeface="Times New Roman" panose="02020603050405020304" pitchFamily="18" charset="0"/>
                <a:cs typeface="Times New Roman" panose="02020603050405020304" pitchFamily="18" charset="0"/>
              </a:rPr>
              <a:t>, “Implementation of Error Detection and Correction Codes using VLSI”, </a:t>
            </a:r>
            <a:r>
              <a:rPr lang="en-GB" sz="1400" dirty="0">
                <a:latin typeface="Times New Roman" panose="02020603050405020304" pitchFamily="18" charset="0"/>
                <a:cs typeface="Times New Roman" panose="02020603050405020304" pitchFamily="18" charset="0"/>
              </a:rPr>
              <a:t>SSRG International Journal of Electronics and Communication Engineering ( SSRG – IJECE ) – Special Issue ICRTCRET Mar 2019.</a:t>
            </a:r>
          </a:p>
          <a:p>
            <a:pPr marL="0" indent="0" algn="just">
              <a:buNone/>
            </a:pPr>
            <a:r>
              <a:rPr lang="en-US" sz="1400" dirty="0">
                <a:latin typeface="Times New Roman" panose="02020603050405020304" pitchFamily="18" charset="0"/>
                <a:cs typeface="Times New Roman" panose="02020603050405020304" pitchFamily="18" charset="0"/>
              </a:rPr>
              <a:t>[5] </a:t>
            </a:r>
            <a:r>
              <a:rPr lang="en-GB" sz="1400" dirty="0">
                <a:latin typeface="Times New Roman" panose="02020603050405020304" pitchFamily="18" charset="0"/>
                <a:cs typeface="Times New Roman" panose="02020603050405020304" pitchFamily="18" charset="0"/>
              </a:rPr>
              <a:t>Zhang, X.. (2017). VLSI Architectures for Modern Error-Correcting Codes. 10.1201/b18673.</a:t>
            </a:r>
          </a:p>
          <a:p>
            <a:pPr marL="0" indent="0" algn="just">
              <a:buNone/>
            </a:pPr>
            <a:r>
              <a:rPr lang="en-GB" sz="1400" dirty="0">
                <a:latin typeface="Times New Roman" panose="02020603050405020304" pitchFamily="18" charset="0"/>
                <a:cs typeface="Times New Roman" panose="02020603050405020304" pitchFamily="18" charset="0"/>
              </a:rPr>
              <a:t>[6] P. Schulz, A. </a:t>
            </a:r>
            <a:r>
              <a:rPr lang="en-GB" sz="1400" dirty="0" err="1">
                <a:latin typeface="Times New Roman" panose="02020603050405020304" pitchFamily="18" charset="0"/>
                <a:cs typeface="Times New Roman" panose="02020603050405020304" pitchFamily="18" charset="0"/>
              </a:rPr>
              <a:t>Traßl</a:t>
            </a:r>
            <a:r>
              <a:rPr lang="en-GB" sz="1400" dirty="0">
                <a:latin typeface="Times New Roman" panose="02020603050405020304" pitchFamily="18" charset="0"/>
                <a:cs typeface="Times New Roman" panose="02020603050405020304" pitchFamily="18" charset="0"/>
              </a:rPr>
              <a:t>, A. N. Barreto and G. </a:t>
            </a:r>
            <a:r>
              <a:rPr lang="en-GB" sz="1400" dirty="0" err="1">
                <a:latin typeface="Times New Roman" panose="02020603050405020304" pitchFamily="18" charset="0"/>
                <a:cs typeface="Times New Roman" panose="02020603050405020304" pitchFamily="18" charset="0"/>
              </a:rPr>
              <a:t>Fettweis</a:t>
            </a:r>
            <a:r>
              <a:rPr lang="en-GB" sz="1400" dirty="0">
                <a:latin typeface="Times New Roman" panose="02020603050405020304" pitchFamily="18" charset="0"/>
                <a:cs typeface="Times New Roman" panose="02020603050405020304" pitchFamily="18" charset="0"/>
              </a:rPr>
              <a:t>, "Efficient and Reliable Wireless Communications via Multi-Connectivity Using </a:t>
            </a:r>
            <a:r>
              <a:rPr lang="en-GB" sz="1400" dirty="0" err="1">
                <a:latin typeface="Times New Roman" panose="02020603050405020304" pitchFamily="18" charset="0"/>
                <a:cs typeface="Times New Roman" panose="02020603050405020304" pitchFamily="18" charset="0"/>
              </a:rPr>
              <a:t>Rateless</a:t>
            </a:r>
            <a:r>
              <a:rPr lang="en-GB" sz="1400" dirty="0">
                <a:latin typeface="Times New Roman" panose="02020603050405020304" pitchFamily="18" charset="0"/>
                <a:cs typeface="Times New Roman" panose="02020603050405020304" pitchFamily="18" charset="0"/>
              </a:rPr>
              <a:t> Codes in Single- and Multi-User Scenarios," in IEEE Transactions on Wireless Communications, vol. 20, no. 9, pp. 5714-5729, Sept. 2021, </a:t>
            </a:r>
            <a:r>
              <a:rPr lang="en-GB" sz="1400" dirty="0" err="1">
                <a:latin typeface="Times New Roman" panose="02020603050405020304" pitchFamily="18" charset="0"/>
                <a:cs typeface="Times New Roman" panose="02020603050405020304" pitchFamily="18" charset="0"/>
              </a:rPr>
              <a:t>doi</a:t>
            </a:r>
            <a:r>
              <a:rPr lang="en-GB" sz="1400" dirty="0">
                <a:latin typeface="Times New Roman" panose="02020603050405020304" pitchFamily="18" charset="0"/>
                <a:cs typeface="Times New Roman" panose="02020603050405020304" pitchFamily="18" charset="0"/>
              </a:rPr>
              <a:t>: 10.1109/TWC.2021.3069669.</a:t>
            </a:r>
          </a:p>
          <a:p>
            <a:pPr marL="0" indent="0" algn="just">
              <a:buNone/>
            </a:pPr>
            <a:r>
              <a:rPr lang="en-US" sz="1400" dirty="0">
                <a:latin typeface="Times New Roman" panose="02020603050405020304" pitchFamily="18" charset="0"/>
                <a:cs typeface="Times New Roman" panose="02020603050405020304" pitchFamily="18" charset="0"/>
              </a:rPr>
              <a:t>[7] </a:t>
            </a:r>
            <a:r>
              <a:rPr lang="en-IN" sz="1400" b="0" i="0" dirty="0">
                <a:effectLst/>
                <a:latin typeface="Times New Roman" panose="02020603050405020304" pitchFamily="18" charset="0"/>
                <a:cs typeface="Times New Roman" panose="02020603050405020304" pitchFamily="18" charset="0"/>
              </a:rPr>
              <a:t>F. M. </a:t>
            </a:r>
            <a:r>
              <a:rPr lang="en-IN" sz="1400" b="0" i="0" dirty="0" err="1">
                <a:effectLst/>
                <a:latin typeface="Times New Roman" panose="02020603050405020304" pitchFamily="18" charset="0"/>
                <a:cs typeface="Times New Roman" panose="02020603050405020304" pitchFamily="18" charset="0"/>
              </a:rPr>
              <a:t>Hashemian</a:t>
            </a:r>
            <a:r>
              <a:rPr lang="en-IN" sz="1400" b="0" i="0" dirty="0">
                <a:effectLst/>
                <a:latin typeface="Times New Roman" panose="02020603050405020304" pitchFamily="18" charset="0"/>
                <a:cs typeface="Times New Roman" panose="02020603050405020304" pitchFamily="18" charset="0"/>
              </a:rPr>
              <a:t>, M. </a:t>
            </a:r>
            <a:r>
              <a:rPr lang="en-IN" sz="1400" b="0" i="0" dirty="0" err="1">
                <a:effectLst/>
                <a:latin typeface="Times New Roman" panose="02020603050405020304" pitchFamily="18" charset="0"/>
                <a:cs typeface="Times New Roman" panose="02020603050405020304" pitchFamily="18" charset="0"/>
              </a:rPr>
              <a:t>Shivaie</a:t>
            </a:r>
            <a:r>
              <a:rPr lang="en-IN" sz="1400" b="0" i="0" dirty="0">
                <a:effectLst/>
                <a:latin typeface="Times New Roman" panose="02020603050405020304" pitchFamily="18" charset="0"/>
                <a:cs typeface="Times New Roman" panose="02020603050405020304" pitchFamily="18" charset="0"/>
              </a:rPr>
              <a:t>, and A. </a:t>
            </a:r>
            <a:r>
              <a:rPr lang="en-IN" sz="1400" b="0" i="0" dirty="0" err="1">
                <a:effectLst/>
                <a:latin typeface="Times New Roman" panose="02020603050405020304" pitchFamily="18" charset="0"/>
                <a:cs typeface="Times New Roman" panose="02020603050405020304" pitchFamily="18" charset="0"/>
              </a:rPr>
              <a:t>Daneshtalab</a:t>
            </a:r>
            <a:r>
              <a:rPr lang="en-IN" sz="1400" b="0" i="0" dirty="0">
                <a:effectLst/>
                <a:latin typeface="Times New Roman" panose="02020603050405020304" pitchFamily="18" charset="0"/>
                <a:cs typeface="Times New Roman" panose="02020603050405020304" pitchFamily="18" charset="0"/>
              </a:rPr>
              <a:t>, "A Low-Complexity and High-Performance Error Correction Code for Non-Volatile Memories," IEEE Transactions on Very Large Scale Integration (VLSI) Systems, vol. 27, no. 10, pp. 2225-2236, Oct. 2019.</a:t>
            </a:r>
          </a:p>
        </p:txBody>
      </p:sp>
    </p:spTree>
    <p:extLst>
      <p:ext uri="{BB962C8B-B14F-4D97-AF65-F5344CB8AC3E}">
        <p14:creationId xmlns:p14="http://schemas.microsoft.com/office/powerpoint/2010/main" val="11774980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DBB44-E71D-9D0C-153F-E049BD75691C}"/>
              </a:ext>
            </a:extLst>
          </p:cNvPr>
          <p:cNvSpPr>
            <a:spLocks noGrp="1"/>
          </p:cNvSpPr>
          <p:nvPr>
            <p:ph type="title"/>
          </p:nvPr>
        </p:nvSpPr>
        <p:spPr/>
        <p:txBody>
          <a:bodyPr>
            <a:normAutofit/>
          </a:bodyPr>
          <a:lstStyle/>
          <a:p>
            <a:r>
              <a:rPr lang="en-GB" sz="2400" b="1" dirty="0">
                <a:latin typeface="Times New Roman" panose="02020603050405020304" pitchFamily="18" charset="0"/>
                <a:cs typeface="Times New Roman" panose="02020603050405020304" pitchFamily="18" charset="0"/>
              </a:rPr>
              <a:t>References</a:t>
            </a:r>
            <a:endParaRPr lang="en-IN" sz="24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4D1AF3-FE1A-6483-A5E9-5B90D212011F}"/>
              </a:ext>
            </a:extLst>
          </p:cNvPr>
          <p:cNvSpPr>
            <a:spLocks noGrp="1"/>
          </p:cNvSpPr>
          <p:nvPr>
            <p:ph idx="1"/>
          </p:nvPr>
        </p:nvSpPr>
        <p:spPr>
          <a:xfrm>
            <a:off x="838200" y="1392487"/>
            <a:ext cx="10515600" cy="4969811"/>
          </a:xfrm>
        </p:spPr>
        <p:txBody>
          <a:bodyPr>
            <a:normAutofit/>
          </a:bodyPr>
          <a:lstStyle/>
          <a:p>
            <a:pPr marL="0" indent="0" algn="just">
              <a:buNone/>
            </a:pPr>
            <a:r>
              <a:rPr lang="en-US" sz="1400" dirty="0">
                <a:latin typeface="Times New Roman" panose="02020603050405020304" pitchFamily="18" charset="0"/>
                <a:cs typeface="Times New Roman" panose="02020603050405020304" pitchFamily="18" charset="0"/>
              </a:rPr>
              <a:t>[8] </a:t>
            </a:r>
            <a:r>
              <a:rPr lang="en-IN" sz="1400" b="0" i="0" dirty="0">
                <a:effectLst/>
                <a:latin typeface="Times New Roman" panose="02020603050405020304" pitchFamily="18" charset="0"/>
                <a:cs typeface="Times New Roman" panose="02020603050405020304" pitchFamily="18" charset="0"/>
              </a:rPr>
              <a:t>Y. Chen, H. Zhang, Y. Song, and D. Chen, "Low-Latency Polar Codes for HARQ Feedback in 5G Systems," IEEE Transactions on Vehicular Technology, vol. 68, no. 6, pp. 5641-5645, Jun. 2019.</a:t>
            </a:r>
            <a:endParaRPr lang="en-US" sz="1400" dirty="0">
              <a:latin typeface="Times New Roman" panose="02020603050405020304" pitchFamily="18" charset="0"/>
              <a:cs typeface="Times New Roman" panose="02020603050405020304" pitchFamily="18" charset="0"/>
            </a:endParaRPr>
          </a:p>
          <a:p>
            <a:pPr marL="0" indent="0" algn="just">
              <a:buNone/>
            </a:pPr>
            <a:r>
              <a:rPr lang="en-US" sz="1300" dirty="0">
                <a:latin typeface="Times New Roman" panose="02020603050405020304" pitchFamily="18" charset="0"/>
                <a:cs typeface="Times New Roman" panose="02020603050405020304" pitchFamily="18" charset="0"/>
              </a:rPr>
              <a:t>[9] E. </a:t>
            </a:r>
            <a:r>
              <a:rPr lang="en-US" sz="1300" dirty="0" err="1">
                <a:latin typeface="Times New Roman" panose="02020603050405020304" pitchFamily="18" charset="0"/>
                <a:cs typeface="Times New Roman" panose="02020603050405020304" pitchFamily="18" charset="0"/>
              </a:rPr>
              <a:t>Abinaya</a:t>
            </a:r>
            <a:r>
              <a:rPr lang="en-US" sz="1300" dirty="0">
                <a:latin typeface="Times New Roman" panose="02020603050405020304" pitchFamily="18" charset="0"/>
                <a:cs typeface="Times New Roman" panose="02020603050405020304" pitchFamily="18" charset="0"/>
              </a:rPr>
              <a:t>, Dr. D. </a:t>
            </a:r>
            <a:r>
              <a:rPr lang="en-US" sz="1300" dirty="0" err="1">
                <a:latin typeface="Times New Roman" panose="02020603050405020304" pitchFamily="18" charset="0"/>
                <a:cs typeface="Times New Roman" panose="02020603050405020304" pitchFamily="18" charset="0"/>
              </a:rPr>
              <a:t>Somasundareswari</a:t>
            </a:r>
            <a:r>
              <a:rPr lang="en-US" sz="1300" dirty="0">
                <a:latin typeface="Times New Roman" panose="02020603050405020304" pitchFamily="18" charset="0"/>
                <a:cs typeface="Times New Roman" panose="02020603050405020304" pitchFamily="18" charset="0"/>
              </a:rPr>
              <a:t>, S. </a:t>
            </a:r>
            <a:r>
              <a:rPr lang="en-US" sz="1300" dirty="0" err="1">
                <a:latin typeface="Times New Roman" panose="02020603050405020304" pitchFamily="18" charset="0"/>
                <a:cs typeface="Times New Roman" panose="02020603050405020304" pitchFamily="18" charset="0"/>
              </a:rPr>
              <a:t>Mathan</a:t>
            </a:r>
            <a:r>
              <a:rPr lang="en-US" sz="1300" dirty="0">
                <a:latin typeface="Times New Roman" panose="02020603050405020304" pitchFamily="18" charset="0"/>
                <a:cs typeface="Times New Roman" panose="02020603050405020304" pitchFamily="18" charset="0"/>
              </a:rPr>
              <a:t> Prasad (2015) ‘Error Detection and Correction in 32-bit SRAM based FPGA memory using Decimal Matrix Code’, International Journal of Science Technology &amp; Management, Vol.04, No.1, pp. 2394-1529.</a:t>
            </a:r>
          </a:p>
          <a:p>
            <a:pPr marL="0" indent="0" algn="just">
              <a:buNone/>
            </a:pPr>
            <a:r>
              <a:rPr lang="en-US" sz="1300" dirty="0">
                <a:latin typeface="Times New Roman" panose="02020603050405020304" pitchFamily="18" charset="0"/>
                <a:cs typeface="Times New Roman" panose="02020603050405020304" pitchFamily="18" charset="0"/>
              </a:rPr>
              <a:t>[10] V. </a:t>
            </a:r>
            <a:r>
              <a:rPr lang="en-US" sz="1300" dirty="0" err="1">
                <a:latin typeface="Times New Roman" panose="02020603050405020304" pitchFamily="18" charset="0"/>
                <a:cs typeface="Times New Roman" panose="02020603050405020304" pitchFamily="18" charset="0"/>
              </a:rPr>
              <a:t>Bhanumathi</a:t>
            </a:r>
            <a:r>
              <a:rPr lang="en-US" sz="1300" dirty="0">
                <a:latin typeface="Times New Roman" panose="02020603050405020304" pitchFamily="18" charset="0"/>
                <a:cs typeface="Times New Roman" panose="02020603050405020304" pitchFamily="18" charset="0"/>
              </a:rPr>
              <a:t>, M. </a:t>
            </a:r>
            <a:r>
              <a:rPr lang="en-US" sz="1300" dirty="0" err="1">
                <a:latin typeface="Times New Roman" panose="02020603050405020304" pitchFamily="18" charset="0"/>
                <a:cs typeface="Times New Roman" panose="02020603050405020304" pitchFamily="18" charset="0"/>
              </a:rPr>
              <a:t>Sunandini</a:t>
            </a:r>
            <a:r>
              <a:rPr lang="en-US" sz="1300" dirty="0">
                <a:latin typeface="Times New Roman" panose="02020603050405020304" pitchFamily="18" charset="0"/>
                <a:cs typeface="Times New Roman" panose="02020603050405020304" pitchFamily="18" charset="0"/>
              </a:rPr>
              <a:t> (2019) ‘VLSI Architecture for error detection and correction based on XOR against multiple cell upsets with reduced redundant bits’, ICTACT Journal of Microelectronics, Vol.05, No.2, pp. 2395-1680. </a:t>
            </a:r>
          </a:p>
          <a:p>
            <a:pPr marL="0" indent="0" algn="just">
              <a:buNone/>
            </a:pPr>
            <a:r>
              <a:rPr lang="en-US" sz="1300" dirty="0">
                <a:latin typeface="Times New Roman" panose="02020603050405020304" pitchFamily="18" charset="0"/>
                <a:cs typeface="Times New Roman" panose="02020603050405020304" pitchFamily="18" charset="0"/>
              </a:rPr>
              <a:t>[11] V. </a:t>
            </a:r>
            <a:r>
              <a:rPr lang="en-US" sz="1300" dirty="0" err="1">
                <a:latin typeface="Times New Roman" panose="02020603050405020304" pitchFamily="18" charset="0"/>
                <a:cs typeface="Times New Roman" panose="02020603050405020304" pitchFamily="18" charset="0"/>
              </a:rPr>
              <a:t>Yatskiv</a:t>
            </a:r>
            <a:r>
              <a:rPr lang="en-US" sz="1300" dirty="0">
                <a:latin typeface="Times New Roman" panose="02020603050405020304" pitchFamily="18" charset="0"/>
                <a:cs typeface="Times New Roman" panose="02020603050405020304" pitchFamily="18" charset="0"/>
              </a:rPr>
              <a:t>, S. </a:t>
            </a:r>
            <a:r>
              <a:rPr lang="en-US" sz="1300" dirty="0" err="1">
                <a:latin typeface="Times New Roman" panose="02020603050405020304" pitchFamily="18" charset="0"/>
                <a:cs typeface="Times New Roman" panose="02020603050405020304" pitchFamily="18" charset="0"/>
              </a:rPr>
              <a:t>Kulyna</a:t>
            </a:r>
            <a:r>
              <a:rPr lang="en-US" sz="1300" dirty="0">
                <a:latin typeface="Times New Roman" panose="02020603050405020304" pitchFamily="18" charset="0"/>
                <a:cs typeface="Times New Roman" panose="02020603050405020304" pitchFamily="18" charset="0"/>
              </a:rPr>
              <a:t>, P. </a:t>
            </a:r>
            <a:r>
              <a:rPr lang="en-US" sz="1300" dirty="0" err="1">
                <a:latin typeface="Times New Roman" panose="02020603050405020304" pitchFamily="18" charset="0"/>
                <a:cs typeface="Times New Roman" panose="02020603050405020304" pitchFamily="18" charset="0"/>
              </a:rPr>
              <a:t>Bykovyy</a:t>
            </a:r>
            <a:r>
              <a:rPr lang="en-US" sz="1300" dirty="0">
                <a:latin typeface="Times New Roman" panose="02020603050405020304" pitchFamily="18" charset="0"/>
                <a:cs typeface="Times New Roman" panose="02020603050405020304" pitchFamily="18" charset="0"/>
              </a:rPr>
              <a:t>, T. </a:t>
            </a:r>
            <a:r>
              <a:rPr lang="en-US" sz="1300" dirty="0" err="1">
                <a:latin typeface="Times New Roman" panose="02020603050405020304" pitchFamily="18" charset="0"/>
                <a:cs typeface="Times New Roman" panose="02020603050405020304" pitchFamily="18" charset="0"/>
              </a:rPr>
              <a:t>Maksymyuk</a:t>
            </a:r>
            <a:r>
              <a:rPr lang="en-US" sz="1300" dirty="0">
                <a:latin typeface="Times New Roman" panose="02020603050405020304" pitchFamily="18" charset="0"/>
                <a:cs typeface="Times New Roman" panose="02020603050405020304" pitchFamily="18" charset="0"/>
              </a:rPr>
              <a:t> and A. </a:t>
            </a:r>
            <a:r>
              <a:rPr lang="en-US" sz="1300" dirty="0" err="1">
                <a:latin typeface="Times New Roman" panose="02020603050405020304" pitchFamily="18" charset="0"/>
                <a:cs typeface="Times New Roman" panose="02020603050405020304" pitchFamily="18" charset="0"/>
              </a:rPr>
              <a:t>Sachenko</a:t>
            </a:r>
            <a:r>
              <a:rPr lang="en-US" sz="1300" dirty="0">
                <a:latin typeface="Times New Roman" panose="02020603050405020304" pitchFamily="18" charset="0"/>
                <a:cs typeface="Times New Roman" panose="02020603050405020304" pitchFamily="18" charset="0"/>
              </a:rPr>
              <a:t>, "Method of Reliable Data Storage Based on Redundant Residue Number System," 2020 IEEE 5th International Symposium on Smart and Wireless Systems within the Conferences on Intelligent Data Acquisition and Advanced Computing Systems (IDAACS-SWS), Dortmund, G</a:t>
            </a:r>
            <a:r>
              <a:rPr lang="en-US" sz="1400" dirty="0">
                <a:latin typeface="Times New Roman" panose="02020603050405020304" pitchFamily="18" charset="0"/>
                <a:cs typeface="Times New Roman" panose="02020603050405020304" pitchFamily="18" charset="0"/>
              </a:rPr>
              <a:t>ermany, 2020, pp. 1-4, </a:t>
            </a:r>
            <a:r>
              <a:rPr lang="en-US" sz="1400" dirty="0" err="1">
                <a:latin typeface="Times New Roman" panose="02020603050405020304" pitchFamily="18" charset="0"/>
                <a:cs typeface="Times New Roman" panose="02020603050405020304" pitchFamily="18" charset="0"/>
              </a:rPr>
              <a:t>doi</a:t>
            </a:r>
            <a:r>
              <a:rPr lang="en-US" sz="1400" dirty="0">
                <a:latin typeface="Times New Roman" panose="02020603050405020304" pitchFamily="18" charset="0"/>
                <a:cs typeface="Times New Roman" panose="02020603050405020304" pitchFamily="18" charset="0"/>
              </a:rPr>
              <a:t>: 10.1109/IDAACS-SWS50031.2020.9297052.</a:t>
            </a:r>
          </a:p>
          <a:p>
            <a:pPr marL="0" indent="0" algn="just">
              <a:buNone/>
            </a:pPr>
            <a:r>
              <a:rPr lang="en-IN" sz="1400" dirty="0">
                <a:latin typeface="Times New Roman" panose="02020603050405020304" pitchFamily="18" charset="0"/>
                <a:cs typeface="Times New Roman" panose="02020603050405020304" pitchFamily="18" charset="0"/>
              </a:rPr>
              <a:t>[12] </a:t>
            </a:r>
            <a:r>
              <a:rPr lang="en-GB" sz="1400" b="0" i="0" dirty="0">
                <a:effectLst/>
                <a:latin typeface="Times New Roman" panose="02020603050405020304" pitchFamily="18" charset="0"/>
                <a:cs typeface="Times New Roman" panose="02020603050405020304" pitchFamily="18" charset="0"/>
              </a:rPr>
              <a:t>T. P. Le, P. H. Trong, and T. Q. Dang, "High-Throughput Syndrome-Based Error Correction Codes for NAND Flash Memory," IEEE Transactions on Very Large Scale Integration (VLSI) Systems, vol. 28, no. 9, pp. 2116-2120, Sep. 2020.</a:t>
            </a:r>
          </a:p>
          <a:p>
            <a:pPr marL="0" indent="0" algn="just">
              <a:buNone/>
            </a:pPr>
            <a:r>
              <a:rPr lang="en-GB" sz="1400" dirty="0">
                <a:latin typeface="Times New Roman" panose="02020603050405020304" pitchFamily="18" charset="0"/>
                <a:cs typeface="Times New Roman" panose="02020603050405020304" pitchFamily="18" charset="0"/>
              </a:rPr>
              <a:t>[13] </a:t>
            </a:r>
            <a:r>
              <a:rPr lang="en-IN" sz="1400" b="0" i="0" dirty="0">
                <a:effectLst/>
                <a:latin typeface="Times New Roman" panose="02020603050405020304" pitchFamily="18" charset="0"/>
                <a:cs typeface="Times New Roman" panose="02020603050405020304" pitchFamily="18" charset="0"/>
              </a:rPr>
              <a:t>H. </a:t>
            </a:r>
            <a:r>
              <a:rPr lang="en-IN" sz="1400" b="0" i="0" dirty="0" err="1">
                <a:effectLst/>
                <a:latin typeface="Times New Roman" panose="02020603050405020304" pitchFamily="18" charset="0"/>
                <a:cs typeface="Times New Roman" panose="02020603050405020304" pitchFamily="18" charset="0"/>
              </a:rPr>
              <a:t>Heidarzadeh</a:t>
            </a:r>
            <a:r>
              <a:rPr lang="en-IN" sz="1400" b="0" i="0" dirty="0">
                <a:effectLst/>
                <a:latin typeface="Times New Roman" panose="02020603050405020304" pitchFamily="18" charset="0"/>
                <a:cs typeface="Times New Roman" panose="02020603050405020304" pitchFamily="18" charset="0"/>
              </a:rPr>
              <a:t>, S. E. Salami, and H. F. </a:t>
            </a:r>
            <a:r>
              <a:rPr lang="en-IN" sz="1400" b="0" i="0" dirty="0" err="1">
                <a:effectLst/>
                <a:latin typeface="Times New Roman" panose="02020603050405020304" pitchFamily="18" charset="0"/>
                <a:cs typeface="Times New Roman" panose="02020603050405020304" pitchFamily="18" charset="0"/>
              </a:rPr>
              <a:t>Rashvand</a:t>
            </a:r>
            <a:r>
              <a:rPr lang="en-IN" sz="1400" b="0" i="0" dirty="0">
                <a:effectLst/>
                <a:latin typeface="Times New Roman" panose="02020603050405020304" pitchFamily="18" charset="0"/>
                <a:cs typeface="Times New Roman" panose="02020603050405020304" pitchFamily="18" charset="0"/>
              </a:rPr>
              <a:t>, "Optimized Polar Codes for Beyond-5G Terahertz Communication Systems," IEEE Transactions on Communications, vol. 68, no. 2, pp. 1186-1195, Feb. 2020.</a:t>
            </a:r>
          </a:p>
          <a:p>
            <a:pPr marL="0" indent="0" algn="just">
              <a:buNone/>
            </a:pPr>
            <a:r>
              <a:rPr lang="en-IN" sz="1400" dirty="0">
                <a:latin typeface="Times New Roman" panose="02020603050405020304" pitchFamily="18" charset="0"/>
                <a:cs typeface="Times New Roman" panose="02020603050405020304" pitchFamily="18" charset="0"/>
              </a:rPr>
              <a:t>[14] </a:t>
            </a:r>
            <a:r>
              <a:rPr lang="en-GB" sz="1400" b="0" i="0" dirty="0">
                <a:effectLst/>
                <a:latin typeface="Times New Roman" panose="02020603050405020304" pitchFamily="18" charset="0"/>
                <a:cs typeface="Times New Roman" panose="02020603050405020304" pitchFamily="18" charset="0"/>
              </a:rPr>
              <a:t>T. Wang, H. Liu, J. Lin, and C. Wang, "An Efficient and Low-Complexity Error Correction Scheme for Non-Volatile Memory," IEEE Transactions on Very Large Scale Integration (VLSI) Systems, vol. 28, no. 5, pp. 1139-1143, May 2020.</a:t>
            </a:r>
          </a:p>
          <a:p>
            <a:pPr marL="0" indent="0" algn="just">
              <a:buNone/>
            </a:pPr>
            <a:r>
              <a:rPr lang="en-GB" sz="1400" dirty="0">
                <a:latin typeface="Times New Roman" panose="02020603050405020304" pitchFamily="18" charset="0"/>
                <a:cs typeface="Times New Roman" panose="02020603050405020304" pitchFamily="18" charset="0"/>
              </a:rPr>
              <a:t>[15] </a:t>
            </a:r>
            <a:r>
              <a:rPr lang="en-IN" sz="1400" b="0" i="0" dirty="0">
                <a:effectLst/>
                <a:latin typeface="Times New Roman" panose="02020603050405020304" pitchFamily="18" charset="0"/>
                <a:cs typeface="Times New Roman" panose="02020603050405020304" pitchFamily="18" charset="0"/>
              </a:rPr>
              <a:t>J. Zhou, Z. Liu, and Y. Li, "An Efficient Algorithm for Low-Density Parity-Check Codes Based on Min-Sum Message-Passing," IEEE Transactions on Communications, vol. 67, no. 6, pp. 4224-4234, Jun. 2019.</a:t>
            </a:r>
          </a:p>
          <a:p>
            <a:pPr marL="0" indent="0" algn="just">
              <a:buNone/>
            </a:pPr>
            <a:r>
              <a:rPr lang="en-IN" sz="1400" dirty="0">
                <a:latin typeface="Times New Roman" panose="02020603050405020304" pitchFamily="18" charset="0"/>
                <a:cs typeface="Times New Roman" panose="02020603050405020304" pitchFamily="18" charset="0"/>
              </a:rPr>
              <a:t>[16] </a:t>
            </a:r>
            <a:r>
              <a:rPr lang="en-IN" sz="1400" b="0" i="0" dirty="0">
                <a:effectLst/>
                <a:latin typeface="Times New Roman" panose="02020603050405020304" pitchFamily="18" charset="0"/>
                <a:cs typeface="Times New Roman" panose="02020603050405020304" pitchFamily="18" charset="0"/>
              </a:rPr>
              <a:t>M. Xiao, M. Liu, H. Li, and Y. Li, "Polar Codes for Channel Coding in DNA Storage Systems," IEEE Transactions on </a:t>
            </a:r>
            <a:r>
              <a:rPr lang="en-IN" sz="1400" b="0" i="0" dirty="0" err="1">
                <a:effectLst/>
                <a:latin typeface="Times New Roman" panose="02020603050405020304" pitchFamily="18" charset="0"/>
                <a:cs typeface="Times New Roman" panose="02020603050405020304" pitchFamily="18" charset="0"/>
              </a:rPr>
              <a:t>Nanobioscience</a:t>
            </a:r>
            <a:r>
              <a:rPr lang="en-IN" sz="1400" b="0" i="0" dirty="0">
                <a:effectLst/>
                <a:latin typeface="Times New Roman" panose="02020603050405020304" pitchFamily="18" charset="0"/>
                <a:cs typeface="Times New Roman" panose="02020603050405020304" pitchFamily="18" charset="0"/>
              </a:rPr>
              <a:t>, vol. 19, no. 2, pp. 179-186, Jun. 2020.</a:t>
            </a:r>
          </a:p>
          <a:p>
            <a:pPr marL="0" indent="0" algn="just">
              <a:buNone/>
            </a:pPr>
            <a:endParaRPr lang="en-IN" sz="1400" b="0" i="0" dirty="0">
              <a:effectLst/>
              <a:latin typeface="Times New Roman" panose="02020603050405020304" pitchFamily="18" charset="0"/>
              <a:cs typeface="Times New Roman" panose="02020603050405020304" pitchFamily="18" charset="0"/>
            </a:endParaRPr>
          </a:p>
          <a:p>
            <a:pPr marL="0" indent="0" algn="just">
              <a:buNone/>
            </a:pPr>
            <a:endParaRPr lang="en-GB" sz="14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500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68F5A-73A8-952C-71AF-6FE85F8053C6}"/>
              </a:ext>
            </a:extLst>
          </p:cNvPr>
          <p:cNvSpPr>
            <a:spLocks noGrp="1"/>
          </p:cNvSpPr>
          <p:nvPr>
            <p:ph idx="4294967295"/>
          </p:nvPr>
        </p:nvSpPr>
        <p:spPr>
          <a:xfrm>
            <a:off x="1438507" y="1003610"/>
            <a:ext cx="8430322" cy="5173353"/>
          </a:xfrm>
        </p:spPr>
        <p:txBody>
          <a:bodyPr>
            <a:normAutofit/>
          </a:bodyPr>
          <a:lstStyle/>
          <a:p>
            <a:pPr marL="0" indent="0">
              <a:buNone/>
            </a:pPr>
            <a:r>
              <a:rPr lang="en-US" sz="8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indent="0">
              <a:buNone/>
            </a:pPr>
            <a:r>
              <a:rPr lang="en-US" sz="8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96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Thankyou</a:t>
            </a:r>
          </a:p>
        </p:txBody>
      </p:sp>
    </p:spTree>
    <p:extLst>
      <p:ext uri="{BB962C8B-B14F-4D97-AF65-F5344CB8AC3E}">
        <p14:creationId xmlns:p14="http://schemas.microsoft.com/office/powerpoint/2010/main" val="959239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2504</TotalTime>
  <Words>4023</Words>
  <Application>Microsoft Office PowerPoint</Application>
  <PresentationFormat>Widescreen</PresentationFormat>
  <Paragraphs>506</Paragraphs>
  <Slides>41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Times New Roman</vt:lpstr>
      <vt:lpstr>TimesNewRoman</vt:lpstr>
      <vt:lpstr>Wingdings</vt:lpstr>
      <vt:lpstr>Office Theme</vt:lpstr>
      <vt:lpstr>PowerPoint Presentation</vt:lpstr>
      <vt:lpstr>Outline of the Presentation </vt:lpstr>
      <vt:lpstr>Abstract</vt:lpstr>
      <vt:lpstr>Problem Statement</vt:lpstr>
      <vt:lpstr>Motivation of the Proposed Work</vt:lpstr>
      <vt:lpstr>Literature survey</vt:lpstr>
      <vt:lpstr>PowerPoint Presentation</vt:lpstr>
      <vt:lpstr>   </vt:lpstr>
      <vt:lpstr>Scope of the work</vt:lpstr>
      <vt:lpstr>Objectives</vt:lpstr>
      <vt:lpstr>PowerPoint Presentation</vt:lpstr>
      <vt:lpstr>Terms used in Encoder</vt:lpstr>
      <vt:lpstr>Encoder of IRMC Algorithm</vt:lpstr>
      <vt:lpstr>AXL Calculation for generation of redundant bits</vt:lpstr>
      <vt:lpstr>Logical organization of Information and Redundant bits</vt:lpstr>
      <vt:lpstr>PowerPoint Presentation</vt:lpstr>
      <vt:lpstr>Terms used in Decoder</vt:lpstr>
      <vt:lpstr>Decoder of IRMC Algorithm</vt:lpstr>
      <vt:lpstr>Fault Detector </vt:lpstr>
      <vt:lpstr>Generations of Vertical Redundancy Bits and Horizontal Redundancy Bits  </vt:lpstr>
      <vt:lpstr>PowerPoint Presentation</vt:lpstr>
      <vt:lpstr>PowerPoint Presentation</vt:lpstr>
      <vt:lpstr>Error bit correction</vt:lpstr>
      <vt:lpstr>Simulation Result of 32-bit code:</vt:lpstr>
      <vt:lpstr>Results: 32-Bit code </vt:lpstr>
      <vt:lpstr>Design Summary:</vt:lpstr>
      <vt:lpstr>PowerPoint Presentation</vt:lpstr>
      <vt:lpstr>Timing Details:</vt:lpstr>
      <vt:lpstr>Simulation Result of 64-bit code:</vt:lpstr>
      <vt:lpstr>Results: 64-bit code</vt:lpstr>
      <vt:lpstr>Design Summary:</vt:lpstr>
      <vt:lpstr>PowerPoint Presentation</vt:lpstr>
      <vt:lpstr>Timing Details:</vt:lpstr>
      <vt:lpstr>Comparisons for 32-bit input code</vt:lpstr>
      <vt:lpstr>Graphical Representation of comparison (32-bit)</vt:lpstr>
      <vt:lpstr>Comparisons for 64-bit input code</vt:lpstr>
      <vt:lpstr>Graphical Representation of comparison (64-bit)</vt:lpstr>
      <vt:lpstr>Conclusion and Future Scope</vt:lpstr>
      <vt:lpstr>References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 Performance IIR filter implementation on FPGA</dc:title>
  <dc:creator>bhargava</dc:creator>
  <cp:lastModifiedBy>Bhargava Sai Uppala</cp:lastModifiedBy>
  <cp:revision>81</cp:revision>
  <dcterms:created xsi:type="dcterms:W3CDTF">2022-08-21T18:58:31Z</dcterms:created>
  <dcterms:modified xsi:type="dcterms:W3CDTF">2023-05-12T04:55:42Z</dcterms:modified>
</cp:coreProperties>
</file>